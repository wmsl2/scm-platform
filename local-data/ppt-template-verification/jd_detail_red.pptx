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E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>
                <a:solidFill>
                  <a:srgbClr val="FFFFFF"/>
                </a:solidFill>
                <a:latin typeface="Microsoft YaHei"/>
              </a:rPr>
              <a:t>工会中秋福利方案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Microsoft YaHei"/>
              </a:rPr>
              <a:t>京东红白商品详版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E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icrosoft YaHei"/>
              </a:rPr>
              <a:t>500 元节日套装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1143000"/>
            <a:ext cx="525780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套装组成：1. 玻璃保鲜盒（示例品牌 / B-100） × 2
2. 家用小家电 × 1
3. 第三件虚构商品 × 1
价格档位：—
套装总价：¥ 488.00
方案说明：人工确认的节日慰问组合。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868680"/>
            <a:ext cx="1828800" cy="1828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68" y="868680"/>
            <a:ext cx="1828800" cy="1828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9260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E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55448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icrosoft YaHei"/>
              </a:rPr>
              <a:t>不锈钢保温杯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1143000"/>
            <a:ext cx="525780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SKU：—
品牌：示例品牌
型号：C-200
商品配置：450ml，食品级不锈钢
卖点：虚构测试卖点
市场价：¥ 129.00
京东价：¥ 109.00
协议价：¥ 99.00
人工确认活动价：¥ 89.00
配送：一件代发
快递：测试快递
质保：一年
库存：待业务确认
履约：待业务确认
备注：人工确认可供货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59" y="868680"/>
            <a:ext cx="4251960" cy="4251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