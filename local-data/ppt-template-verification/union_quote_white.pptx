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4884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>
                <a:solidFill>
                  <a:srgbClr val="1F2D3D"/>
                </a:solidFill>
                <a:latin typeface="Microsoft YaHei"/>
              </a:rPr>
              <a:t>工会中秋福利方案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>
                <a:solidFill>
                  <a:srgbClr val="1F2D3D"/>
                </a:solidFill>
                <a:latin typeface="Microsoft YaHei"/>
              </a:rPr>
              <a:t>工会简洁报价版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>
                <a:solidFill>
                  <a:srgbClr val="1F2D3D"/>
                </a:solidFill>
                <a:latin typeface="Microsoft YaHei"/>
              </a:rPr>
              <a:t>商品名称：500 元节日套装</a:t>
            </a:r>
          </a:p>
        </p:txBody>
      </p:sp>
      <p:sp>
        <p:nvSpPr>
          <p:cNvPr id="3" name="Rectangle 2"/>
          <p:cNvSpPr/>
          <p:nvPr/>
        </p:nvSpPr>
        <p:spPr>
          <a:xfrm>
            <a:off x="5102352" y="685800"/>
            <a:ext cx="9144" cy="5486400"/>
          </a:xfrm>
          <a:prstGeom prst="rect">
            <a:avLst/>
          </a:prstGeom>
          <a:solidFill>
            <a:srgbClr val="92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4297680" cy="544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套装组成：1. 玻璃保鲜盒（示例品牌 / B-100） × 2
2. 家用小家电 × 1
3. 第三件虚构商品 × 1
价格档位：—
套装总价：¥ 488.00
方案说明：人工确认的节日慰问组合。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960120"/>
            <a:ext cx="2286000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220" y="960120"/>
            <a:ext cx="2286000" cy="2286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370332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" y="18288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>
                <a:solidFill>
                  <a:srgbClr val="1F2D3D"/>
                </a:solidFill>
                <a:latin typeface="Microsoft YaHei"/>
              </a:rPr>
              <a:t>商品名称：不锈钢保温杯</a:t>
            </a:r>
          </a:p>
        </p:txBody>
      </p:sp>
      <p:sp>
        <p:nvSpPr>
          <p:cNvPr id="3" name="Rectangle 2"/>
          <p:cNvSpPr/>
          <p:nvPr/>
        </p:nvSpPr>
        <p:spPr>
          <a:xfrm>
            <a:off x="5102352" y="685800"/>
            <a:ext cx="9144" cy="5486400"/>
          </a:xfrm>
          <a:prstGeom prst="rect">
            <a:avLst/>
          </a:prstGeom>
          <a:solidFill>
            <a:srgbClr val="929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4297680" cy="5440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1F2D3D"/>
                </a:solidFill>
                <a:latin typeface="Microsoft YaHei"/>
              </a:rPr>
              <a:t>SKU：—
品牌：示例品牌
型号：C-200
商品配置：450ml，食品级不锈钢
卖点：虚构测试卖点
市场价：¥ 129.00
京东价：¥ 109.00
协议价：¥ 99.00
人工确认活动价：¥ 89.00
配送：一件代发
快递：测试快递
质保：一年
库存：待业务确认
履约：待业务确认
备注：人工确认可供货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914400"/>
            <a:ext cx="5349240" cy="534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