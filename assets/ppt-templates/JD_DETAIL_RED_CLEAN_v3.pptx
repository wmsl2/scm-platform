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BE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CM_PUBLIC_COVER_TITLE"/>
          <p:cNvSpPr txBox="1"/>
          <p:nvPr/>
        </p:nvSpPr>
        <p:spPr>
          <a:xfrm>
            <a:off x="914400" y="2743200"/>
            <a:ext cx="103327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28600"/>
          </a:xfrm>
          <a:prstGeom prst="rect">
            <a:avLst/>
          </a:prstGeom>
          <a:solidFill>
            <a:srgbClr val="BE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CM_SLOT_TITLE"/>
          <p:cNvSpPr txBox="1"/>
          <p:nvPr/>
        </p:nvSpPr>
        <p:spPr>
          <a:xfrm>
            <a:off x="5577840" y="502920"/>
            <a:ext cx="5486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SCM_SLOT_BODY"/>
          <p:cNvSpPr txBox="1"/>
          <p:nvPr/>
        </p:nvSpPr>
        <p:spPr>
          <a:xfrm>
            <a:off x="5577840" y="1280160"/>
            <a:ext cx="54864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5" name="SCM_SLOT_PRICE"/>
          <p:cNvSpPr txBox="1"/>
          <p:nvPr/>
        </p:nvSpPr>
        <p:spPr>
          <a:xfrm>
            <a:off x="5577840" y="4937760"/>
            <a:ext cx="5486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6" name="SCM_SLOT_IMAGE_1"/>
          <p:cNvSpPr txBox="1"/>
          <p:nvPr/>
        </p:nvSpPr>
        <p:spPr>
          <a:xfrm>
            <a:off x="548640" y="1005840"/>
            <a:ext cx="20116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7" name="SCM_SLOT_IMAGE_2"/>
          <p:cNvSpPr txBox="1"/>
          <p:nvPr/>
        </p:nvSpPr>
        <p:spPr>
          <a:xfrm>
            <a:off x="2834640" y="1005840"/>
            <a:ext cx="20116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8" name="SCM_SLOT_IMAGE_3"/>
          <p:cNvSpPr txBox="1"/>
          <p:nvPr/>
        </p:nvSpPr>
        <p:spPr>
          <a:xfrm>
            <a:off x="548640" y="2834640"/>
            <a:ext cx="20116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9" name="SCM_SLOT_IMAGE_4"/>
          <p:cNvSpPr txBox="1"/>
          <p:nvPr/>
        </p:nvSpPr>
        <p:spPr>
          <a:xfrm>
            <a:off x="2834640" y="2834640"/>
            <a:ext cx="20116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