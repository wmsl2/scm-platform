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54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len Yanfei Luo" initials="HYL" lastIdx="18" clrIdx="0"/>
  <p:cmAuthor id="43" name="宋昆" initials="宋" lastIdx="0" clrIdx="0"/>
  <p:cmAuthor id="1" name="潘婷" initials="潘" lastIdx="1" clrIdx="0"/>
  <p:cmAuthor id="44" name="xiong" initials="x" lastIdx="1" clrIdx="0"/>
  <p:cmAuthor id="2" name="作者" initials="A" lastIdx="0" clrIdx="1"/>
  <p:cmAuthor id="3" name="fafa" initials="f" lastIdx="2" clrIdx="1"/>
  <p:cmAuthor id="46" name="Sandra" initials="S" lastIdx="0" clrIdx="0"/>
  <p:cmAuthor id="4" name="Administrator" initials="A" lastIdx="2" clrIdx="3"/>
  <p:cmAuthor id="5" name="Admin" initials="A" lastIdx="1" clrIdx="4"/>
  <p:cmAuthor id="6" name="user" initials="u" lastIdx="1" clrIdx="5"/>
  <p:cmAuthor id="49" name="陈蕾" initials="陈" lastIdx="7" clrIdx="1"/>
  <p:cmAuthor id="7" name="gogoer75@126.com" initials=" [7]" lastIdx="1" clrIdx="6"/>
  <p:cmAuthor id="8" name="张 未" initials="张" lastIdx="1" clrIdx="7"/>
  <p:cmAuthor id="51" name="China" initials="C" lastIdx="1" clrIdx="0"/>
  <p:cmAuthor id="9" name="Biying Yang (PGT)" initials="BY(" lastIdx="1" clrIdx="8"/>
  <p:cmAuthor id="10" name="97073" initials="9" lastIdx="1" clrIdx="9"/>
  <p:cmAuthor id="11" name="刘颖" initials="刘" lastIdx="1" clrIdx="10"/>
  <p:cmAuthor id="12" name="Windows 用户" initials="W" lastIdx="2" clrIdx="0"/>
  <p:cmAuthor id="55" name="86136" initials="8" lastIdx="1" clrIdx="54"/>
  <p:cmAuthor id="13" name="MG" initials="M" lastIdx="1" clrIdx="0"/>
  <p:cmAuthor id="14" name="Author" initials="A" lastIdx="31" clrIdx="2"/>
  <p:cmAuthor id="15" name="amyzhang" initials="a" lastIdx="1" clrIdx="0"/>
  <p:cmAuthor id="16" name="JerryW" initials="J" lastIdx="1" clrIdx="0"/>
  <p:cmAuthor id="17" name="DELL" initials="D" lastIdx="1" clrIdx="16"/>
  <p:cmAuthor id="18" name="WO" initials="W" lastIdx="1" clrIdx="17"/>
  <p:cmAuthor id="61" name="Bonan Qi" initials="B" lastIdx="43" clrIdx="0"/>
  <p:cmAuthor id="19" name="未知用户14" initials="未" lastIdx="1" clrIdx="22"/>
  <p:cmAuthor id="62" name="yaoxiaojun" initials="y" lastIdx="1" clrIdx="0"/>
  <p:cmAuthor id="20" name="未知用户15" initials="未" lastIdx="1" clrIdx="23"/>
  <p:cmAuthor id="21" name="WHTP" initials="W" lastIdx="1" clrIdx="20"/>
  <p:cmAuthor id="64" name="wangcz2" initials="w" lastIdx="3" clrIdx="0"/>
  <p:cmAuthor id="271163482" name="柠檬不萌" initials="柠" lastIdx="1" clrIdx="57"/>
  <p:cmAuthor id="22" name="未知用户5" initials="未" lastIdx="1" clrIdx="0"/>
  <p:cmAuthor id="2000" name="马玥" initials="authorId_423935466" lastIdx="359414" clrIdx="0"/>
  <p:cmAuthor id="65" name="tianan" initials="t" lastIdx="1" clrIdx="5"/>
  <p:cmAuthor id="23" name="未知用户18" initials="未" lastIdx="1" clrIdx="26"/>
  <p:cmAuthor id="66" name="Microsoft" initials="M" lastIdx="1" clrIdx="0"/>
  <p:cmAuthor id="24" name="未知用户19" initials="未" lastIdx="1" clrIdx="27"/>
  <p:cmAuthor id="25" name="未知用户20" initials="未" lastIdx="1" clrIdx="28"/>
  <p:cmAuthor id="26" name="余潇迎" initials="余" lastIdx="2" clrIdx="0"/>
  <p:cmAuthor id="69" name="未知用户8" initials="未" lastIdx="1" clrIdx="0"/>
  <p:cmAuthor id="27" name="未知用户22" initials="未" lastIdx="1" clrIdx="30"/>
  <p:cmAuthor id="70" name="User" initials="U" lastIdx="0" clrIdx="22"/>
  <p:cmAuthor id="28" name="未知用户23" initials="未" lastIdx="1" clrIdx="31"/>
  <p:cmAuthor id="29" name="未知用户24" initials="未" lastIdx="1" clrIdx="32"/>
  <p:cmAuthor id="30" name="86183" initials="8" lastIdx="1" clrIdx="29"/>
  <p:cmAuthor id="31" name="jessie" initials="j" lastIdx="2" clrIdx="30"/>
  <p:cmAuthor id="32" name="未知用户12" initials="未" lastIdx="2" clrIdx="0"/>
  <p:cmAuthor id="33" name="jiansheng li" initials="j" lastIdx="0" clrIdx="0"/>
  <p:cmAuthor id="34" name="李增增" initials="李" lastIdx="1" clrIdx="2"/>
  <p:cmAuthor id="35" name="刘风香" initials="刘" lastIdx="5" clrIdx="20"/>
  <p:cmAuthor id="36" name="video" initials="v" lastIdx="1" clrIdx="0"/>
  <p:cmAuthor id="37" name="朱雪松" initials="朱" lastIdx="2" clrIdx="2"/>
  <p:cmAuthor id="38" name="郭禹希" initials="郭" lastIdx="3" clrIdx="0"/>
  <p:cmAuthor id="39" name="YZB" initials="Y" lastIdx="1" clrIdx="15"/>
  <p:cmAuthor id="40" name="yiwei zhu" initials="y" lastIdx="14" clrIdx="0"/>
  <p:cmAuthor id="41" name="吕震" initials="吕" lastIdx="6" clrIdx="0"/>
  <p:cmAuthor id="42" name="吴岩" initials="吴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0003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430"/>
    <p:restoredTop sz="94615"/>
  </p:normalViewPr>
  <p:slideViewPr>
    <p:cSldViewPr snapToGrid="0" snapToObjects="1">
      <p:cViewPr varScale="1">
        <p:scale>
          <a:sx n="62" d="100"/>
          <a:sy n="62" d="100"/>
        </p:scale>
        <p:origin x="4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40" d="100"/>
          <a:sy n="140" d="100"/>
        </p:scale>
        <p:origin x="4072" y="21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commentAuthors" Target="comment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66C7C-25A7-D749-8A5E-CCA682AE143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F2E93-A3C2-CE44-96D3-41BDEB4CF1D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emf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16552" y="566093"/>
            <a:ext cx="6137745" cy="2088000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标题七字以上</a:t>
            </a:r>
            <a:endParaRPr kumimoji="1" lang="en-US" altLang="zh-CN" dirty="0"/>
          </a:p>
          <a:p>
            <a:r>
              <a:rPr kumimoji="1" lang="zh-CN" altLang="en-US" dirty="0"/>
              <a:t>这里换行</a:t>
            </a:r>
            <a:endParaRPr kumimoji="1" lang="zh-CN" altLang="en-US" dirty="0"/>
          </a:p>
        </p:txBody>
      </p:sp>
      <p:sp>
        <p:nvSpPr>
          <p:cNvPr id="5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55741" y="2518932"/>
            <a:ext cx="2132149" cy="45209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>
              <a:buNone/>
              <a:defRPr sz="1400" b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如果有副标题写在这里</a:t>
            </a:r>
            <a:endParaRPr kumimoji="1" lang="zh-CN" alt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2" name="矩形 11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16552" y="566094"/>
            <a:ext cx="6137745" cy="93678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标题七字以内</a:t>
            </a:r>
            <a:endParaRPr kumimoji="1" lang="en-US" altLang="zh-CN" dirty="0"/>
          </a:p>
        </p:txBody>
      </p:sp>
      <p:sp>
        <p:nvSpPr>
          <p:cNvPr id="7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55741" y="1502876"/>
            <a:ext cx="2132149" cy="45209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>
              <a:buNone/>
              <a:defRPr sz="1400" b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如果有副标题写在这里</a:t>
            </a:r>
            <a:endParaRPr kumimoji="1"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6" name="矩形 15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7" name="图片 16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1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027127" y="2381188"/>
            <a:ext cx="6137745" cy="2088000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ctr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标题七字以上</a:t>
            </a:r>
            <a:endParaRPr kumimoji="1" lang="en-US" altLang="zh-CN" dirty="0"/>
          </a:p>
          <a:p>
            <a:r>
              <a:rPr kumimoji="1" lang="zh-CN" altLang="en-US" dirty="0"/>
              <a:t>这里换行</a:t>
            </a:r>
            <a:endParaRPr kumimoji="1" lang="zh-CN" altLang="en-US" dirty="0"/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XXXX.XX.XX</a:t>
            </a:r>
            <a:endParaRPr kumimoji="1" lang="en-US" altLang="zh-CN" dirty="0"/>
          </a:p>
        </p:txBody>
      </p:sp>
      <p:sp>
        <p:nvSpPr>
          <p:cNvPr id="16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366715" y="4411680"/>
            <a:ext cx="1458568" cy="27624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 sz="1000" b="1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如果有副标题写在这里</a:t>
            </a:r>
            <a:endParaRPr kumimoji="1" lang="zh-CN" alt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2" name="矩形 11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7" name="图片 16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1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027127" y="2924144"/>
            <a:ext cx="6137745" cy="1009711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ctr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标题七字以内</a:t>
            </a:r>
            <a:endParaRPr kumimoji="1" lang="zh-CN" altLang="en-US" dirty="0"/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XXXX.XX.XX</a:t>
            </a:r>
            <a:endParaRPr kumimoji="1" lang="en-US" altLang="zh-CN" dirty="0"/>
          </a:p>
        </p:txBody>
      </p:sp>
      <p:sp>
        <p:nvSpPr>
          <p:cNvPr id="16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366715" y="3971955"/>
            <a:ext cx="1458568" cy="27624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 sz="1000" b="1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如果有副标题写在这里</a:t>
            </a:r>
            <a:endParaRPr kumimoji="1" lang="zh-CN" alt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2" name="矩形 11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7" name="图片 16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1058627" y="1083507"/>
            <a:ext cx="4529373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13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1275074" y="2992673"/>
            <a:ext cx="449989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01</a:t>
            </a:r>
            <a:endParaRPr kumimoji="1" lang="en-US" altLang="zh-CN" dirty="0"/>
          </a:p>
        </p:txBody>
      </p:sp>
      <p:sp>
        <p:nvSpPr>
          <p:cNvPr id="1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725063" y="2992673"/>
            <a:ext cx="1719072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内容标题</a:t>
            </a:r>
            <a:endParaRPr kumimoji="1" lang="en-US" altLang="zh-CN" dirty="0"/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1275074" y="3427506"/>
            <a:ext cx="449989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02</a:t>
            </a:r>
            <a:endParaRPr kumimoji="1" lang="en-US" altLang="zh-CN" dirty="0"/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1725063" y="3427506"/>
            <a:ext cx="1719072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内容标题</a:t>
            </a:r>
            <a:endParaRPr kumimoji="1" lang="en-US" altLang="zh-CN" dirty="0"/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1275074" y="3862339"/>
            <a:ext cx="449989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03</a:t>
            </a:r>
            <a:endParaRPr kumimoji="1" lang="en-US" altLang="zh-CN" dirty="0"/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725063" y="3862339"/>
            <a:ext cx="1719072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内容标题</a:t>
            </a:r>
            <a:endParaRPr kumimoji="1" lang="en-US" altLang="zh-CN" dirty="0"/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1275074" y="4297172"/>
            <a:ext cx="449989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04</a:t>
            </a:r>
            <a:endParaRPr kumimoji="1" lang="en-US" altLang="zh-CN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1725063" y="4297172"/>
            <a:ext cx="1719072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内容标题</a:t>
            </a:r>
            <a:endParaRPr kumimoji="1" lang="en-US" altLang="zh-CN" dirty="0"/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1275073" y="4732006"/>
            <a:ext cx="449989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05</a:t>
            </a:r>
            <a:endParaRPr kumimoji="1" lang="en-US" altLang="zh-CN" dirty="0"/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725063" y="4732006"/>
            <a:ext cx="1719072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内容标题</a:t>
            </a:r>
            <a:endParaRPr kumimoji="1"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70700"/>
          </a:xfrm>
          <a:prstGeom prst="rect">
            <a:avLst/>
          </a:prstGeom>
        </p:spPr>
      </p:pic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662" y="547480"/>
            <a:ext cx="6761070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662" y="1760260"/>
            <a:ext cx="2027130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sp>
        <p:nvSpPr>
          <p:cNvPr id="12" name="矩形 11" hidden="1"/>
          <p:cNvSpPr/>
          <p:nvPr userDrawn="1"/>
        </p:nvSpPr>
        <p:spPr>
          <a:xfrm>
            <a:off x="10289894" y="5764923"/>
            <a:ext cx="1632417" cy="71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3" name="图片 12" hidden="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346487" y="5925948"/>
            <a:ext cx="1296144" cy="390750"/>
          </a:xfrm>
          <a:prstGeom prst="rect">
            <a:avLst/>
          </a:prstGeom>
        </p:spPr>
      </p:pic>
      <p:sp>
        <p:nvSpPr>
          <p:cNvPr id="9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P01</a:t>
            </a:r>
            <a:endParaRPr kumimoji="1" lang="en-US" altLang="zh-CN" dirty="0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61400" y="5537200"/>
            <a:ext cx="3530600" cy="13208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文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662" y="547480"/>
            <a:ext cx="6761070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662" y="1760260"/>
            <a:ext cx="2027130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rgbClr val="21212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P01</a:t>
            </a:r>
            <a:endParaRPr kumimoji="1"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文4">
    <p:bg>
      <p:bgPr>
        <a:solidFill>
          <a:srgbClr val="EC00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662" y="547480"/>
            <a:ext cx="6761070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4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662" y="1760260"/>
            <a:ext cx="2027130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P01</a:t>
            </a:r>
            <a:endParaRPr kumimoji="1"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8661400" y="5537200"/>
            <a:ext cx="3530600" cy="132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文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662" y="547480"/>
            <a:ext cx="6761070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662" y="1760260"/>
            <a:ext cx="2027130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rgbClr val="21212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P01</a:t>
            </a:r>
            <a:endParaRPr kumimoji="1"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662" y="547480"/>
            <a:ext cx="6761070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4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662" y="1760260"/>
            <a:ext cx="2027130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底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662" y="547480"/>
            <a:ext cx="6761070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4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662" y="1760260"/>
            <a:ext cx="2027130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16552" y="566094"/>
            <a:ext cx="6137745" cy="93678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感谢您的时间</a:t>
            </a:r>
            <a:endParaRPr kumimoji="1" lang="en-US" altLang="zh-CN" dirty="0"/>
          </a:p>
        </p:txBody>
      </p:sp>
      <p:sp>
        <p:nvSpPr>
          <p:cNvPr id="7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55741" y="1502876"/>
            <a:ext cx="2132149" cy="45209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>
              <a:buNone/>
              <a:defRPr sz="1400" b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THANKS</a:t>
            </a:r>
            <a:endParaRPr kumimoji="1"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9" name="矩形 18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16552" y="566094"/>
            <a:ext cx="6137745" cy="93678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感谢您的时间</a:t>
            </a:r>
            <a:endParaRPr kumimoji="1" lang="en-US" altLang="zh-CN" dirty="0"/>
          </a:p>
        </p:txBody>
      </p:sp>
      <p:sp>
        <p:nvSpPr>
          <p:cNvPr id="7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55741" y="1502876"/>
            <a:ext cx="2132149" cy="45209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>
              <a:buNone/>
              <a:defRPr sz="1400" b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THANKS</a:t>
            </a:r>
            <a:endParaRPr kumimoji="1"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9" name="矩形 18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1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027127" y="2924144"/>
            <a:ext cx="6137745" cy="1009711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ctr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感谢您的时间</a:t>
            </a:r>
            <a:endParaRPr kumimoji="1" lang="zh-CN" altLang="en-US" dirty="0"/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XXXX.XX.XX</a:t>
            </a:r>
            <a:endParaRPr kumimoji="1" lang="en-US" altLang="zh-CN" dirty="0"/>
          </a:p>
        </p:txBody>
      </p:sp>
      <p:sp>
        <p:nvSpPr>
          <p:cNvPr id="16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366715" y="3971955"/>
            <a:ext cx="1458568" cy="27624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 sz="1000" b="1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THANKS</a:t>
            </a:r>
            <a:endParaRPr kumimoji="1"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9" name="矩形 18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面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1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027127" y="2924144"/>
            <a:ext cx="6137745" cy="1009711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ctr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感谢您的时间</a:t>
            </a:r>
            <a:endParaRPr kumimoji="1" lang="zh-CN" altLang="en-US" dirty="0"/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XXXX.XX.XX</a:t>
            </a:r>
            <a:endParaRPr kumimoji="1" lang="en-US" altLang="zh-CN" dirty="0"/>
          </a:p>
        </p:txBody>
      </p:sp>
      <p:sp>
        <p:nvSpPr>
          <p:cNvPr id="16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366715" y="3971955"/>
            <a:ext cx="1458568" cy="27624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 sz="1000" b="1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THANKS</a:t>
            </a:r>
            <a:endParaRPr kumimoji="1"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9" name="矩形 18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092" y="133902"/>
            <a:ext cx="1372425" cy="420143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778059" y="182688"/>
            <a:ext cx="57953" cy="342732"/>
          </a:xfrm>
          <a:prstGeom prst="rect">
            <a:avLst/>
          </a:prstGeom>
          <a:solidFill>
            <a:srgbClr val="C81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567" tIns="36284" rIns="72567" bIns="36284" anchor="ctr"/>
          <a:lstStyle/>
          <a:p>
            <a:pPr algn="ctr" defTabSz="725805">
              <a:defRPr/>
            </a:pPr>
            <a:endParaRPr lang="zh-CN" altLang="en-US" dirty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87666" y="343974"/>
            <a:ext cx="50394" cy="178927"/>
          </a:xfrm>
          <a:prstGeom prst="rect">
            <a:avLst/>
          </a:prstGeom>
          <a:solidFill>
            <a:srgbClr val="C81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567" tIns="36284" rIns="72567" bIns="36284" anchor="ctr"/>
          <a:lstStyle/>
          <a:p>
            <a:pPr algn="ctr" defTabSz="725805">
              <a:defRPr/>
            </a:pPr>
            <a:endParaRPr lang="zh-CN" altLang="en-US" dirty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2" y="188770"/>
            <a:ext cx="738187" cy="337866"/>
          </a:xfrm>
          <a:prstGeom prst="rect">
            <a:avLst/>
          </a:prstGeom>
          <a:solidFill>
            <a:srgbClr val="C81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567" tIns="36284" rIns="72567" bIns="36284" rtlCol="0" anchor="ctr"/>
          <a:lstStyle/>
          <a:p>
            <a:pPr algn="ctr" defTabSz="725805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2" y="764704"/>
            <a:ext cx="12180597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FF0000"/>
                </a:gs>
                <a:gs pos="44000">
                  <a:srgbClr val="FF0000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938060" y="133902"/>
            <a:ext cx="10585176" cy="5401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占位符 33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45938" y="236583"/>
            <a:ext cx="5287962" cy="57483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3400" b="1">
                <a:gradFill>
                  <a:gsLst>
                    <a:gs pos="100000">
                      <a:srgbClr val="E81013"/>
                    </a:gs>
                    <a:gs pos="0">
                      <a:srgbClr val="FF0000"/>
                    </a:gs>
                    <a:gs pos="50000">
                      <a:srgbClr val="C00000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zh-CN" altLang="en-US" dirty="0"/>
              <a:t>标题标题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10517" y="417839"/>
            <a:ext cx="1372425" cy="420143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1" y="236583"/>
            <a:ext cx="147782" cy="5748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7.xml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CM_STATIC_DIVIDER"/>
          <p:cNvCxnSpPr/>
          <p:nvPr>
            <p:custDataLst>
              <p:tags r:id="rId1"/>
            </p:custDataLst>
          </p:nvPr>
        </p:nvCxnSpPr>
        <p:spPr>
          <a:xfrm>
            <a:off x="5721719" y="765621"/>
            <a:ext cx="0" cy="5634283"/>
          </a:xfrm>
          <a:prstGeom prst="line">
            <a:avLst/>
          </a:prstGeom>
          <a:ln w="12700" cap="flat" cmpd="sng" algn="ctr">
            <a:solidFill>
              <a:srgbClr val="D6009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SCM_FIELD_UNION_BODY"/>
          <p:cNvSpPr txBox="1"/>
          <p:nvPr>
            <p:custDataLst>
              <p:tags r:id="rId2"/>
            </p:custDataLst>
          </p:nvPr>
        </p:nvSpPr>
        <p:spPr>
          <a:xfrm>
            <a:off x="294640" y="1668145"/>
            <a:ext cx="5331460" cy="4731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/>
        </p:txBody>
      </p:sp>
      <p:sp>
        <p:nvSpPr>
          <p:cNvPr id="9" name="SCM_FIELD_TITLE"/>
          <p:cNvSpPr txBox="1"/>
          <p:nvPr/>
        </p:nvSpPr>
        <p:spPr>
          <a:xfrm>
            <a:off x="150495" y="235585"/>
            <a:ext cx="9812020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10" name="SCM_SLOT_IMAGE_0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1419225"/>
            <a:ext cx="4680000" cy="4680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375</Words>
  <Application>WPS 演示</Application>
  <PresentationFormat>宽屏</PresentationFormat>
  <Paragraphs>37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造字工房悦黑体验版常规体</vt:lpstr>
      <vt:lpstr>微软雅黑</vt:lpstr>
      <vt:lpstr>黑体</vt:lpstr>
      <vt:lpstr>Arial Unicode MS</vt:lpstr>
      <vt:lpstr>Calibri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溺.</cp:lastModifiedBy>
  <cp:revision>210</cp:revision>
  <dcterms:created xsi:type="dcterms:W3CDTF">2019-08-08T08:25:00Z</dcterms:created>
  <dcterms:modified xsi:type="dcterms:W3CDTF">2026-10-13T07:22:24Z</dcterms:modified>
  <dc:identifier>UNION_QUOTE_WHITE:5:template4:6851d36ccc981df665601c6c172599c07a7ebf1e6ee3ea088e5d141084f36899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B16E0B94D97A4D26BC9A2A29A3810971_13</vt:lpwstr>
  </property>
  <property fmtid="{D5CDD505-2E9C-101B-9397-08002B2CF9AE}" pid="3" name="KSOProductBuildVer">
    <vt:lpwstr>2052-12.1.0.28505</vt:lpwstr>
  </property>
</Properties>
</file>