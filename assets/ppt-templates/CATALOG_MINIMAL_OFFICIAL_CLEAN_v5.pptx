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64" y="48"/>
      </p:cViewPr>
      <p:guideLst>
        <p:guide orient="horz" pos="216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CM_SLOT_IMAGE_MAIN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19760"/>
            <a:ext cx="4979670" cy="5626100"/>
          </a:xfrm>
          <a:prstGeom prst="rect">
            <a:avLst/>
          </a:prstGeom>
        </p:spPr>
      </p:pic>
      <p:sp>
        <p:nvSpPr>
          <p:cNvPr id="4" name="SCM_FIELD_CATALOG_CONTENT"/>
          <p:cNvSpPr txBox="1"/>
          <p:nvPr/>
        </p:nvSpPr>
        <p:spPr>
          <a:xfrm>
            <a:off x="5820410" y="632460"/>
            <a:ext cx="4906645" cy="6035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9D908B"/>
                </a:solidFill>
                <a:latin typeface="Microsoft YaHei"/>
                <a:ea typeface="Microsoft YaHei"/>
              </a:rPr>
              <a:t>{{model}}</a:t>
            </a:r>
            <a:endParaRPr lang="zh-CN" altLang="en-US" b="1" dirty="0">
              <a:solidFill>
                <a:srgbClr val="AF958A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</a:rPr>
              <a:t>{{product_name}}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endParaRPr lang="zh-CN" altLang="en-US" sz="900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</a:rPr>
              <a:t>规格参数：</a:t>
            </a:r>
            <a:endParaRPr lang="zh-CN" altLang="en-US" sz="900" noProof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0" fontAlgn="base">
              <a:lnSpc>
                <a:spcPct val="150000"/>
              </a:lnSpc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</a:rPr>
              <a:t>{{specification}}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0" fontAlgn="base">
              <a:lnSpc>
                <a:spcPct val="150000"/>
              </a:lnSpc>
            </a:pPr>
            <a:endParaRPr lang="zh-CN" altLang="en-US" sz="900" b="1" noProof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0" fontAlgn="base">
              <a:lnSpc>
                <a:spcPct val="150000"/>
              </a:lnSpc>
            </a:pPr>
            <a:endParaRPr lang="zh-CN" altLang="en-US" sz="900" b="1" noProof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0" fontAlgn="base">
              <a:lnSpc>
                <a:spcPct val="150000"/>
              </a:lnSpc>
            </a:pPr>
            <a:endParaRPr lang="zh-CN" altLang="en-US" sz="900" b="1" noProof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0" fontAlgn="base">
              <a:lnSpc>
                <a:spcPct val="150000"/>
              </a:lnSpc>
            </a:pPr>
            <a:endParaRPr lang="zh-CN" altLang="en-US" sz="900" b="1" noProof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algn="l" fontAlgn="base">
              <a:lnSpc>
                <a:spcPct val="150000"/>
              </a:lnSpc>
              <a:buClrTx/>
              <a:buSzTx/>
              <a:buFontTx/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零  售  价：</a:t>
            </a:r>
            <a:r>
              <a:rPr sz="900" b="1">
                <a:solidFill>
                  <a:srgbClr val="9D908B"/>
                </a:solidFill>
                <a:latin typeface="Microsoft YaHei"/>
                <a:ea typeface="Microsoft YaHei"/>
              </a:rPr>
              <a:t>{{retail_price}}</a:t>
            </a:r>
            <a:r>
              <a:rPr sz="900" b="1">
                <a:solidFill>
                  <a:srgbClr val="9D908B"/>
                </a:solidFill>
                <a:latin typeface="Microsoft YaHei"/>
                <a:ea typeface="Microsoft YaHei"/>
              </a:rPr>
              <a:t>元</a:t>
            </a:r>
            <a:endParaRPr lang="zh-CN" altLang="en-US" sz="900" b="1" dirty="0">
              <a:solidFill>
                <a:srgbClr val="AF958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宋体" panose="02010600030101010101" pitchFamily="2" charset="-122"/>
            </a:endParaRPr>
          </a:p>
          <a:p>
            <a:pPr lvl="0" indent="0" fontAlgn="base">
              <a:lnSpc>
                <a:spcPct val="150000"/>
              </a:lnSpc>
            </a:pPr>
            <a:r>
              <a:rPr sz="900" b="1">
                <a:solidFill>
                  <a:srgbClr val="FF0000"/>
                </a:solidFill>
                <a:latin typeface="Microsoft YaHei"/>
                <a:ea typeface="Microsoft YaHei"/>
              </a:rPr>
              <a:t>团购价：</a:t>
            </a:r>
            <a:r>
              <a:rPr sz="900" b="1">
                <a:solidFill>
                  <a:srgbClr val="FF0000"/>
                </a:solidFill>
                <a:latin typeface="Microsoft YaHei"/>
                <a:ea typeface="Microsoft YaHei"/>
              </a:rPr>
              <a:t>{{group_price}}</a:t>
            </a:r>
            <a:r>
              <a:rPr sz="900" b="1">
                <a:solidFill>
                  <a:srgbClr val="FF0000"/>
                </a:solidFill>
                <a:latin typeface="Microsoft YaHei"/>
                <a:ea typeface="Microsoft YaHei"/>
              </a:rPr>
              <a:t>元</a:t>
            </a:r>
            <a:endParaRPr lang="zh-CN" altLang="en-US" sz="9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indent="0" fontAlgn="base">
              <a:lnSpc>
                <a:spcPct val="150000"/>
              </a:lnSpc>
            </a:pPr>
            <a:endParaRPr lang="zh-CN" altLang="en-US" sz="900" b="1" strike="noStrike" noProof="1">
              <a:solidFill>
                <a:srgbClr val="95B1A3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宋体" panose="02010600030101010101" pitchFamily="2" charset="-122"/>
            </a:endParaRPr>
          </a:p>
          <a:p>
            <a:pPr lvl="0" indent="0" fontAlgn="base">
              <a:lnSpc>
                <a:spcPct val="150000"/>
              </a:lnSpc>
            </a:pPr>
            <a:r>
              <a:rPr sz="900" b="1">
                <a:solidFill>
                  <a:srgbClr val="000000"/>
                </a:solidFill>
                <a:latin typeface="Microsoft YaHei"/>
                <a:ea typeface="Microsoft YaHei"/>
              </a:rPr>
              <a:t>产品特点：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</a:rPr>
              <a:t>{{selling_points}}</a:t>
            </a:r>
            <a:endParaRPr lang="zh-CN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endParaRPr lang="en-US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endParaRPr lang="en-US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endParaRPr lang="en-US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endParaRPr lang="en-US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endParaRPr lang="en-US" altLang="en-US" sz="9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defRPr/>
            </a:pPr>
            <a:r>
              <a:rPr sz="900" b="1">
                <a:solidFill>
                  <a:srgbClr val="000000"/>
                </a:solidFill>
                <a:latin typeface="Microsoft YaHei"/>
                <a:ea typeface="Microsoft YaHei"/>
              </a:rPr>
              <a:t>京东链接：</a:t>
            </a:r>
            <a:r>
              <a:rPr sz="900" b="1">
                <a:solidFill>
                  <a:srgbClr val="000000"/>
                </a:solidFill>
                <a:latin typeface="Microsoft YaHei"/>
                <a:ea typeface="Microsoft YaHei"/>
              </a:rPr>
              <a:t>{{jd_link}}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defRPr/>
            </a:pP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sym typeface="+mn-ea"/>
            </a:endParaRPr>
          </a:p>
        </p:txBody>
      </p:sp>
      <p:pic>
        <p:nvPicPr>
          <p:cNvPr id="14" name="SCM_STATIC_DECORATION_01" descr="资源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23220" y="721360"/>
            <a:ext cx="1089025" cy="1120775"/>
          </a:xfrm>
          <a:prstGeom prst="rect">
            <a:avLst/>
          </a:prstGeom>
        </p:spPr>
      </p:pic>
      <p:pic>
        <p:nvPicPr>
          <p:cNvPr id="17" name="SCM_STATIC_DECORATION_02" descr="资源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23220" y="2716530"/>
            <a:ext cx="1089025" cy="1191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0000"/>
      </a:hlink>
      <a:folHlink>
        <a:srgbClr val="000000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WPS 演示</Application>
  <PresentationFormat>宽屏</PresentationFormat>
  <Slides>1</Slides>
  <Notes>0</Notes>
  <HiddenSlides>0</HiddenSlides>
  <MMClips>3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identifier>CATALOG_MINIMAL:5:one-page:2d9da8beee187e6a0f457a07c0447945f80605fedb15c5a413b38e2639062321</dc:identifier>
  <cp:keywords>d67641dc1b0d57d54da83fd21bd42d45382d6c8222921a5c44934da1bb09da14</cp:keywords>
</cp:coreProperties>
</file>