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A8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CM_PUBLIC_COVER_TITLE"/>
          <p:cNvSpPr txBox="1"/>
          <p:nvPr/>
        </p:nvSpPr>
        <p:spPr>
          <a:xfrm>
            <a:off x="914400" y="274320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28600"/>
          </a:xfrm>
          <a:prstGeom prst="rect">
            <a:avLst/>
          </a:prstGeom>
          <a:solidFill>
            <a:srgbClr val="BE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SCM_SLOT_TITLE"/>
          <p:cNvSpPr txBox="1"/>
          <p:nvPr/>
        </p:nvSpPr>
        <p:spPr>
          <a:xfrm>
            <a:off x="5577840" y="50292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SCM_SLOT_BODY"/>
          <p:cNvSpPr txBox="1"/>
          <p:nvPr/>
        </p:nvSpPr>
        <p:spPr>
          <a:xfrm>
            <a:off x="5577840" y="1280160"/>
            <a:ext cx="5486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" name="SCM_SLOT_PRICE"/>
          <p:cNvSpPr txBox="1"/>
          <p:nvPr/>
        </p:nvSpPr>
        <p:spPr>
          <a:xfrm>
            <a:off x="5577840" y="4937760"/>
            <a:ext cx="5486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SCM_SLOT_IMAGE_1"/>
          <p:cNvSpPr txBox="1"/>
          <p:nvPr/>
        </p:nvSpPr>
        <p:spPr>
          <a:xfrm>
            <a:off x="548640" y="1005840"/>
            <a:ext cx="2011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SCM_SLOT_IMAGE_2"/>
          <p:cNvSpPr txBox="1"/>
          <p:nvPr/>
        </p:nvSpPr>
        <p:spPr>
          <a:xfrm>
            <a:off x="2834640" y="1005840"/>
            <a:ext cx="2011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" name="SCM_SLOT_IMAGE_3"/>
          <p:cNvSpPr txBox="1"/>
          <p:nvPr/>
        </p:nvSpPr>
        <p:spPr>
          <a:xfrm>
            <a:off x="548640" y="2834640"/>
            <a:ext cx="2011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SCM_SLOT_IMAGE_4"/>
          <p:cNvSpPr txBox="1"/>
          <p:nvPr/>
        </p:nvSpPr>
        <p:spPr>
          <a:xfrm>
            <a:off x="2834640" y="2834640"/>
            <a:ext cx="2011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SCM_SLOT_IMAGE_5"/>
          <p:cNvSpPr txBox="1"/>
          <p:nvPr/>
        </p:nvSpPr>
        <p:spPr>
          <a:xfrm>
            <a:off x="548640" y="4663440"/>
            <a:ext cx="2011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