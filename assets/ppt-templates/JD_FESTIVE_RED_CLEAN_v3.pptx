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package/2006/relationships/metadata/thumbnail" Target="docProps/thumbnail.jpeg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handoutMasterIdLst>
    <p:handoutMasterId r:id="rId7"/>
  </p:handoutMasterIdLst>
  <p:sldIdLst>
    <p:sldId id="411" r:id="rId3"/>
    <p:sldId id="16766506" r:id="rId5"/>
  </p:sldIdLst>
  <p:sldSz cx="12195175" cy="6858000"/>
  <p:notesSz cx="6858000" cy="9144000"/>
  <p:custDataLst>
    <p:tags r:id="rId11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1573" userDrawn="1">
          <p15:clr>
            <a:srgbClr val="A4A3A4"/>
          </p15:clr>
        </p15:guide>
        <p15:guide id="2" pos="7293" userDrawn="1">
          <p15:clr>
            <a:srgbClr val="A4A3A4"/>
          </p15:clr>
        </p15:guide>
        <p15:guide id="3" orient="horz" pos="589" userDrawn="1">
          <p15:clr>
            <a:srgbClr val="A4A3A4"/>
          </p15:clr>
        </p15:guide>
        <p15:guide id="4" orient="horz" pos="707" userDrawn="1">
          <p15:clr>
            <a:srgbClr val="A4A3A4"/>
          </p15:clr>
        </p15:guide>
        <p15:guide id="5" orient="horz" pos="2073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E22319"/>
    <a:srgbClr val="C00106"/>
    <a:srgbClr val="44546A"/>
    <a:srgbClr val="A5A5A5"/>
    <a:srgbClr val="D9D9D9"/>
    <a:srgbClr val="ADA1AB"/>
    <a:srgbClr val="E6EFF0"/>
    <a:srgbClr val="CACBD6"/>
    <a:srgbClr val="E6E6E6"/>
    <a:srgbClr val="A6A6A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410" autoAdjust="0"/>
    <p:restoredTop sz="93963" autoAdjust="0"/>
  </p:normalViewPr>
  <p:slideViewPr>
    <p:cSldViewPr showGuides="1">
      <p:cViewPr varScale="1">
        <p:scale>
          <a:sx n="74" d="100"/>
          <a:sy n="74" d="100"/>
        </p:scale>
        <p:origin x="436" y="52"/>
      </p:cViewPr>
      <p:guideLst>
        <p:guide pos="1573"/>
        <p:guide pos="7293"/>
        <p:guide orient="horz" pos="589"/>
        <p:guide orient="horz" pos="707"/>
        <p:guide orient="horz" pos="2073"/>
      </p:guideLst>
    </p:cSldViewPr>
  </p:slideViewPr>
  <p:notesTextViewPr>
    <p:cViewPr>
      <p:scale>
        <a:sx n="33" d="100"/>
        <a:sy n="33" d="100"/>
      </p:scale>
      <p:origin x="0" y="0"/>
    </p:cViewPr>
  </p:notesTextViewPr>
  <p:notesViewPr>
    <p:cSldViewPr>
      <p:cViewPr varScale="1">
        <p:scale>
          <a:sx n="52" d="100"/>
          <a:sy n="52" d="100"/>
        </p:scale>
        <p:origin x="2680" y="56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2.xml"/><Relationship Id="rId7" Type="http://schemas.openxmlformats.org/officeDocument/2006/relationships/handoutMaster" Target="handoutMasters/handout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ableStyles" Target="tableStyles.xml"/><Relationship Id="rId11" Type="http://schemas.openxmlformats.org/officeDocument/2006/relationships/tags" Target="tags/tag1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B84EA-7D68-4D60-9CB1-D50884785D1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D4E0FC9-F1F8-4FAE-9988-3BA365CFD46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A357473-301C-4F69-A7FC-AE1DEF9F2CA1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F837B1-3942-4B36-A9A2-6AF914CEB0AE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4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397" y="1122363"/>
            <a:ext cx="9146381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1524397" y="3602038"/>
            <a:ext cx="9146381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单击以编辑母版副标题样式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52C373-83E8-404D-A870-0C99071BEBA1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3FFD15-FD4A-41A0-98B0-8A0E50279E3E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 hasCustomPrompt="1"/>
          </p:nvPr>
        </p:nvSpPr>
        <p:spPr/>
        <p:txBody>
          <a:bodyPr/>
          <a:lstStyle/>
          <a:p>
            <a:pPr lvl="0"/>
            <a:r>
              <a:rPr lang="zh-CN" altLang="en-US"/>
              <a:t>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52C373-83E8-404D-A870-0C99071BEBA1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3FFD15-FD4A-41A0-98B0-8A0E50279E3E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2067" y="1709739"/>
            <a:ext cx="10518338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</p:nvPr>
        </p:nvSpPr>
        <p:spPr>
          <a:xfrm>
            <a:off x="832067" y="4589464"/>
            <a:ext cx="10518338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编辑母版文本样式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52C373-83E8-404D-A870-0C99071BEBA1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3FFD15-FD4A-41A0-98B0-8A0E50279E3E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 hasCustomPrompt="1"/>
          </p:nvPr>
        </p:nvSpPr>
        <p:spPr>
          <a:xfrm>
            <a:off x="838418" y="1825625"/>
            <a:ext cx="5182949" cy="435133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 hasCustomPrompt="1"/>
          </p:nvPr>
        </p:nvSpPr>
        <p:spPr>
          <a:xfrm>
            <a:off x="6173808" y="1825625"/>
            <a:ext cx="5182949" cy="435133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52C373-83E8-404D-A870-0C99071BEBA1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3FFD15-FD4A-41A0-98B0-8A0E50279E3E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40007" y="365126"/>
            <a:ext cx="10518338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</p:nvPr>
        </p:nvSpPr>
        <p:spPr>
          <a:xfrm>
            <a:off x="840007" y="1681163"/>
            <a:ext cx="515913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编辑母版文本样式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 hasCustomPrompt="1"/>
          </p:nvPr>
        </p:nvSpPr>
        <p:spPr>
          <a:xfrm>
            <a:off x="840007" y="2505075"/>
            <a:ext cx="5159130" cy="368458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 hasCustomPrompt="1"/>
          </p:nvPr>
        </p:nvSpPr>
        <p:spPr>
          <a:xfrm>
            <a:off x="6173807" y="1681163"/>
            <a:ext cx="518453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编辑母版文本样式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 hasCustomPrompt="1"/>
          </p:nvPr>
        </p:nvSpPr>
        <p:spPr>
          <a:xfrm>
            <a:off x="6173807" y="2505075"/>
            <a:ext cx="5184538" cy="368458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52C373-83E8-404D-A870-0C99071BEBA1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3FFD15-FD4A-41A0-98B0-8A0E50279E3E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52C373-83E8-404D-A870-0C99071BEBA1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3FFD15-FD4A-41A0-98B0-8A0E50279E3E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52C373-83E8-404D-A870-0C99071BEBA1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3FFD15-FD4A-41A0-98B0-8A0E50279E3E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40007" y="457200"/>
            <a:ext cx="3933261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 hasCustomPrompt="1"/>
          </p:nvPr>
        </p:nvSpPr>
        <p:spPr>
          <a:xfrm>
            <a:off x="5184538" y="987426"/>
            <a:ext cx="6173807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 hasCustomPrompt="1"/>
          </p:nvPr>
        </p:nvSpPr>
        <p:spPr>
          <a:xfrm>
            <a:off x="840007" y="2057400"/>
            <a:ext cx="3933261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52C373-83E8-404D-A870-0C99071BEBA1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3FFD15-FD4A-41A0-98B0-8A0E50279E3E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40007" y="457200"/>
            <a:ext cx="3933261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4538" y="987426"/>
            <a:ext cx="6173807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 hasCustomPrompt="1"/>
          </p:nvPr>
        </p:nvSpPr>
        <p:spPr>
          <a:xfrm>
            <a:off x="840007" y="2057400"/>
            <a:ext cx="3933261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52C373-83E8-404D-A870-0C99071BEBA1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3FFD15-FD4A-41A0-98B0-8A0E50279E3E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 hasCustomPrompt="1"/>
          </p:nvPr>
        </p:nvSpPr>
        <p:spPr/>
        <p:txBody>
          <a:bodyPr vert="eaVert"/>
          <a:lstStyle/>
          <a:p>
            <a:pPr lvl="0"/>
            <a:r>
              <a:rPr lang="zh-CN" altLang="en-US"/>
              <a:t>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52C373-83E8-404D-A870-0C99071BEBA1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3FFD15-FD4A-41A0-98B0-8A0E50279E3E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7172" y="365125"/>
            <a:ext cx="2629585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 hasCustomPrompt="1"/>
          </p:nvPr>
        </p:nvSpPr>
        <p:spPr>
          <a:xfrm>
            <a:off x="838418" y="365125"/>
            <a:ext cx="7736314" cy="5811838"/>
          </a:xfrm>
        </p:spPr>
        <p:txBody>
          <a:bodyPr vert="eaVert"/>
          <a:lstStyle/>
          <a:p>
            <a:pPr lvl="0"/>
            <a:r>
              <a:rPr lang="zh-CN" altLang="en-US"/>
              <a:t>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52C373-83E8-404D-A870-0C99071BEBA1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3FFD15-FD4A-41A0-98B0-8A0E50279E3E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首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"/>
            <a:ext cx="12202568" cy="6858000"/>
          </a:xfrm>
          <a:prstGeom prst="rect">
            <a:avLst/>
          </a:prstGeom>
        </p:spPr>
      </p:pic>
      <p:sp>
        <p:nvSpPr>
          <p:cNvPr id="4" name="文本占位符 3"/>
          <p:cNvSpPr>
            <a:spLocks noGrp="1"/>
          </p:cNvSpPr>
          <p:nvPr>
            <p:ph type="body" sz="quarter" idx="10" hasCustomPrompt="1"/>
          </p:nvPr>
        </p:nvSpPr>
        <p:spPr>
          <a:xfrm>
            <a:off x="914995" y="1046790"/>
            <a:ext cx="8460003" cy="762064"/>
          </a:xfrm>
          <a:prstGeom prst="rect">
            <a:avLst/>
          </a:prstGeom>
        </p:spPr>
        <p:txBody>
          <a:bodyPr/>
          <a:lstStyle>
            <a:lvl1pPr marL="0" indent="0">
              <a:buFontTx/>
              <a:buNone/>
              <a:defRPr sz="4235" b="1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</a:lstStyle>
          <a:p>
            <a:pPr marL="407670" marR="0" lvl="0" indent="-407670" algn="l" defTabSz="1087755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r>
              <a:rPr kumimoji="1" lang="zh-CN" altLang="en-US" dirty="0"/>
              <a:t>单击此处添加标题</a:t>
            </a:r>
            <a:endParaRPr kumimoji="1" lang="zh-CN" altLang="en-US" dirty="0"/>
          </a:p>
        </p:txBody>
      </p:sp>
      <p:sp>
        <p:nvSpPr>
          <p:cNvPr id="6" name="文本占位符 5"/>
          <p:cNvSpPr>
            <a:spLocks noGrp="1"/>
          </p:cNvSpPr>
          <p:nvPr>
            <p:ph type="body" sz="quarter" idx="11" hasCustomPrompt="1"/>
          </p:nvPr>
        </p:nvSpPr>
        <p:spPr>
          <a:xfrm>
            <a:off x="914996" y="1828665"/>
            <a:ext cx="7772786" cy="533129"/>
          </a:xfrm>
          <a:prstGeom prst="rect">
            <a:avLst/>
          </a:prstGeom>
        </p:spPr>
        <p:txBody>
          <a:bodyPr/>
          <a:lstStyle>
            <a:lvl1pPr marL="0" indent="0">
              <a:buFontTx/>
              <a:buNone/>
              <a:defRPr sz="2965" baseline="0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</a:lstStyle>
          <a:p>
            <a:pPr marL="407670" marR="0" lvl="0" indent="-407670" algn="l" defTabSz="1087755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r>
              <a:rPr kumimoji="1" lang="zh-CN" altLang="en-US" dirty="0"/>
              <a:t>单击此处编辑文字</a:t>
            </a:r>
            <a:endParaRPr kumimoji="1" lang="zh-CN" altLang="en-US" dirty="0"/>
          </a:p>
        </p:txBody>
      </p:sp>
      <p:sp>
        <p:nvSpPr>
          <p:cNvPr id="8" name="文本占位符 7"/>
          <p:cNvSpPr>
            <a:spLocks noGrp="1"/>
          </p:cNvSpPr>
          <p:nvPr>
            <p:ph type="body" sz="quarter" idx="12" hasCustomPrompt="1"/>
          </p:nvPr>
        </p:nvSpPr>
        <p:spPr>
          <a:xfrm>
            <a:off x="914995" y="2992204"/>
            <a:ext cx="3352076" cy="305166"/>
          </a:xfrm>
          <a:prstGeom prst="rect">
            <a:avLst/>
          </a:prstGeom>
        </p:spPr>
        <p:txBody>
          <a:bodyPr/>
          <a:lstStyle>
            <a:lvl1pPr marL="0" indent="0">
              <a:buFontTx/>
              <a:buNone/>
              <a:defRPr sz="1695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</a:lstStyle>
          <a:p>
            <a:pPr marL="407670" marR="0" lvl="0" indent="-407670" algn="l" defTabSz="1087755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r>
              <a:rPr kumimoji="1" lang="zh-CN" altLang="en-US" dirty="0"/>
              <a:t>年／月／日</a:t>
            </a:r>
            <a:endParaRPr kumimoji="1" lang="zh-CN" altLang="en-US" dirty="0"/>
          </a:p>
        </p:txBody>
      </p:sp>
      <p:pic>
        <p:nvPicPr>
          <p:cNvPr id="10" name="图片 9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5222" y="5792869"/>
            <a:ext cx="1703935" cy="521885"/>
          </a:xfrm>
          <a:prstGeom prst="rect">
            <a:avLst/>
          </a:prstGeom>
        </p:spPr>
      </p:pic>
      <p:pic>
        <p:nvPicPr>
          <p:cNvPr id="7" name="图片 6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41312" y="6020018"/>
            <a:ext cx="2438867" cy="50164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"/>
            <a:ext cx="12202568" cy="6858000"/>
          </a:xfrm>
          <a:prstGeom prst="rect">
            <a:avLst/>
          </a:prstGeom>
        </p:spPr>
      </p:pic>
      <p:sp>
        <p:nvSpPr>
          <p:cNvPr id="3" name="文本占位符 2"/>
          <p:cNvSpPr>
            <a:spLocks noGrp="1"/>
          </p:cNvSpPr>
          <p:nvPr>
            <p:ph type="body" sz="quarter" idx="13" hasCustomPrompt="1"/>
          </p:nvPr>
        </p:nvSpPr>
        <p:spPr>
          <a:xfrm>
            <a:off x="914995" y="1142808"/>
            <a:ext cx="5640563" cy="853674"/>
          </a:xfrm>
          <a:prstGeom prst="rect">
            <a:avLst/>
          </a:prstGeom>
        </p:spPr>
        <p:txBody>
          <a:bodyPr anchor="ctr"/>
          <a:lstStyle>
            <a:lvl1pPr marL="0" indent="0">
              <a:buFontTx/>
              <a:buNone/>
              <a:defRPr sz="4235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</a:lstStyle>
          <a:p>
            <a:pPr marL="407670" marR="0" lvl="0" indent="-407670" algn="l" defTabSz="1087755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r>
              <a:rPr kumimoji="1" lang="zh-CN" altLang="en-US" dirty="0"/>
              <a:t>感谢您的时间。</a:t>
            </a:r>
            <a:endParaRPr kumimoji="1" lang="zh-CN" altLang="en-US" dirty="0"/>
          </a:p>
        </p:txBody>
      </p:sp>
      <p:sp>
        <p:nvSpPr>
          <p:cNvPr id="12" name="文本占位符 2"/>
          <p:cNvSpPr>
            <a:spLocks noGrp="1"/>
          </p:cNvSpPr>
          <p:nvPr>
            <p:ph type="body" sz="quarter" idx="14" hasCustomPrompt="1"/>
          </p:nvPr>
        </p:nvSpPr>
        <p:spPr>
          <a:xfrm>
            <a:off x="914995" y="1987052"/>
            <a:ext cx="5640563" cy="603678"/>
          </a:xfrm>
          <a:prstGeom prst="rect">
            <a:avLst/>
          </a:prstGeom>
        </p:spPr>
        <p:txBody>
          <a:bodyPr anchor="ctr"/>
          <a:lstStyle>
            <a:lvl1pPr marL="0" marR="0" indent="0" algn="l" defTabSz="1087755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Tx/>
              <a:buNone/>
              <a:defRPr sz="2965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defRPr>
            </a:lvl1pPr>
          </a:lstStyle>
          <a:p>
            <a:pPr marL="407670" marR="0" lvl="0" indent="-407670" algn="l" defTabSz="1087755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defRPr/>
            </a:pPr>
            <a:r>
              <a:rPr lang="en-US" altLang="zh-CN" sz="2965" dirty="0">
                <a:solidFill>
                  <a:schemeClr val="bg1"/>
                </a:solidFill>
                <a:latin typeface="微软雅黑" panose="020B0503020204020204" charset="-122"/>
                <a:ea typeface="微软雅黑" panose="020B0503020204020204" charset="-122"/>
              </a:rPr>
              <a:t>THANKS</a:t>
            </a:r>
            <a:r>
              <a:rPr kumimoji="1" lang="en-US" altLang="zh-CN" dirty="0"/>
              <a:t>.</a:t>
            </a:r>
            <a:endParaRPr kumimoji="1" lang="zh-CN" altLang="en-US" dirty="0"/>
          </a:p>
        </p:txBody>
      </p:sp>
      <p:pic>
        <p:nvPicPr>
          <p:cNvPr id="8" name="图片 7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13175" y="6020018"/>
            <a:ext cx="1371750" cy="420143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 userDrawn="1"/>
        </p:nvSpPr>
        <p:spPr>
          <a:xfrm>
            <a:off x="9386863" y="5921896"/>
            <a:ext cx="2808312" cy="93610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图片 21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213176" y="228331"/>
            <a:ext cx="1372782" cy="420143"/>
          </a:xfrm>
          <a:prstGeom prst="rect">
            <a:avLst/>
          </a:prstGeom>
        </p:spPr>
      </p:pic>
      <p:cxnSp>
        <p:nvCxnSpPr>
          <p:cNvPr id="5" name="直接连接符 4"/>
          <p:cNvCxnSpPr/>
          <p:nvPr userDrawn="1"/>
        </p:nvCxnSpPr>
        <p:spPr>
          <a:xfrm>
            <a:off x="0" y="1004047"/>
            <a:ext cx="12195175" cy="0"/>
          </a:xfrm>
          <a:prstGeom prst="line">
            <a:avLst/>
          </a:prstGeom>
          <a:ln w="57150">
            <a:solidFill>
              <a:srgbClr val="E2211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标题 9"/>
          <p:cNvSpPr>
            <a:spLocks noGrp="1"/>
          </p:cNvSpPr>
          <p:nvPr>
            <p:ph type="title" hasCustomPrompt="1"/>
          </p:nvPr>
        </p:nvSpPr>
        <p:spPr>
          <a:xfrm>
            <a:off x="533923" y="270718"/>
            <a:ext cx="9381083" cy="555543"/>
          </a:xfrm>
          <a:prstGeom prst="rect">
            <a:avLst/>
          </a:prstGeom>
        </p:spPr>
        <p:txBody>
          <a:bodyPr>
            <a:normAutofit/>
          </a:bodyPr>
          <a:lstStyle>
            <a:lvl1pPr algn="l">
              <a:defRPr sz="2700" b="1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charset="-122"/>
                <a:ea typeface="微软雅黑" panose="020B0503020204020204" charset="-122"/>
              </a:defRPr>
            </a:lvl1pPr>
          </a:lstStyle>
          <a:p>
            <a:r>
              <a:rPr lang="zh-CN" altLang="en-US" dirty="0"/>
              <a:t>单击此处输入标题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内文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占位符 7"/>
          <p:cNvSpPr>
            <a:spLocks noGrp="1"/>
          </p:cNvSpPr>
          <p:nvPr>
            <p:ph type="body" sz="quarter" idx="10" hasCustomPrompt="1"/>
          </p:nvPr>
        </p:nvSpPr>
        <p:spPr>
          <a:xfrm>
            <a:off x="585814" y="547480"/>
            <a:ext cx="6762831" cy="948494"/>
          </a:xfrm>
          <a:prstGeom prst="rect">
            <a:avLst/>
          </a:prstGeom>
        </p:spPr>
        <p:txBody>
          <a:bodyPr wrap="square" tIns="0" bIns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4800" b="1">
                <a:solidFill>
                  <a:srgbClr val="EC0003"/>
                </a:solidFill>
                <a:latin typeface="+mj-ea"/>
                <a:ea typeface="+mj-ea"/>
              </a:defRPr>
            </a:lvl1pPr>
          </a:lstStyle>
          <a:p>
            <a:r>
              <a:rPr kumimoji="1" lang="zh-CN" altLang="en-US" dirty="0"/>
              <a:t>此处编辑标题</a:t>
            </a:r>
            <a:endParaRPr kumimoji="1" lang="zh-CN" altLang="en-US" dirty="0"/>
          </a:p>
        </p:txBody>
      </p:sp>
      <p:sp>
        <p:nvSpPr>
          <p:cNvPr id="6" name="文本占位符 7"/>
          <p:cNvSpPr>
            <a:spLocks noGrp="1"/>
          </p:cNvSpPr>
          <p:nvPr>
            <p:ph type="body" sz="quarter" idx="15" hasCustomPrompt="1"/>
          </p:nvPr>
        </p:nvSpPr>
        <p:spPr>
          <a:xfrm>
            <a:off x="585814" y="1760260"/>
            <a:ext cx="2027658" cy="541506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150000"/>
              </a:lnSpc>
              <a:buNone/>
              <a:defRPr sz="1600" b="0">
                <a:solidFill>
                  <a:srgbClr val="212121"/>
                </a:solidFill>
                <a:latin typeface="+mj-ea"/>
                <a:ea typeface="+mj-ea"/>
              </a:defRPr>
            </a:lvl1pPr>
          </a:lstStyle>
          <a:p>
            <a:r>
              <a:rPr kumimoji="1" lang="zh-CN" altLang="en-US" dirty="0"/>
              <a:t>此处编辑内容</a:t>
            </a:r>
            <a:endParaRPr kumimoji="1" lang="en-US" altLang="zh-CN" dirty="0"/>
          </a:p>
        </p:txBody>
      </p:sp>
      <p:sp>
        <p:nvSpPr>
          <p:cNvPr id="9" name="文本占位符 7"/>
          <p:cNvSpPr>
            <a:spLocks noGrp="1"/>
          </p:cNvSpPr>
          <p:nvPr>
            <p:ph type="body" sz="quarter" idx="11" hasCustomPrompt="1"/>
          </p:nvPr>
        </p:nvSpPr>
        <p:spPr>
          <a:xfrm>
            <a:off x="578862" y="6152080"/>
            <a:ext cx="1159858" cy="203452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ts val="400"/>
              </a:lnSpc>
              <a:buNone/>
              <a:defRPr sz="800" b="0">
                <a:solidFill>
                  <a:schemeClr val="tx1"/>
                </a:solidFill>
                <a:latin typeface="+mj-ea"/>
                <a:ea typeface="+mj-ea"/>
              </a:defRPr>
            </a:lvl1pPr>
          </a:lstStyle>
          <a:p>
            <a:r>
              <a:rPr kumimoji="1" lang="en-US" altLang="zh-CN" dirty="0"/>
              <a:t>P01</a:t>
            </a:r>
            <a:endParaRPr kumimoji="1" lang="en-US" altLang="zh-CN" dirty="0"/>
          </a:p>
        </p:txBody>
      </p:sp>
      <p:pic>
        <p:nvPicPr>
          <p:cNvPr id="2" name="图片 1"/>
          <p:cNvPicPr>
            <a:picLocks noChangeAspect="1"/>
          </p:cNvPicPr>
          <p:nvPr userDrawn="1"/>
        </p:nvPicPr>
        <p:blipFill>
          <a:blip r:embed="rId2" cstate="email"/>
          <a:srcRect/>
          <a:stretch>
            <a:fillRect/>
          </a:stretch>
        </p:blipFill>
        <p:spPr>
          <a:xfrm>
            <a:off x="0" y="-1"/>
            <a:ext cx="1219517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image" Target="../media/image5.png"/><Relationship Id="rId18" Type="http://schemas.openxmlformats.org/officeDocument/2006/relationships/image" Target="../media/image7.png"/><Relationship Id="rId1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419" y="365126"/>
            <a:ext cx="10518338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419" y="1825625"/>
            <a:ext cx="10518338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418" y="6356351"/>
            <a:ext cx="274391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952C373-83E8-404D-A870-0C99071BEBA1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9652" y="6356351"/>
            <a:ext cx="41158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2843" y="6356351"/>
            <a:ext cx="274391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3FFD15-FD4A-41A0-98B0-8A0E50279E3E}" type="slidenum">
              <a:rPr lang="zh-CN" altLang="en-US" smtClean="0"/>
            </a:fld>
            <a:endParaRPr lang="zh-CN" altLang="en-US"/>
          </a:p>
        </p:txBody>
      </p:sp>
      <p:pic>
        <p:nvPicPr>
          <p:cNvPr id="7" name="图片 6"/>
          <p:cNvPicPr>
            <a:picLocks noChangeAspect="1"/>
          </p:cNvPicPr>
          <p:nvPr userDrawn="1"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13175" y="417839"/>
            <a:ext cx="1372782" cy="420143"/>
          </a:xfrm>
          <a:prstGeom prst="rect">
            <a:avLst/>
          </a:prstGeom>
        </p:spPr>
      </p:pic>
      <p:pic>
        <p:nvPicPr>
          <p:cNvPr id="8" name="图片 7"/>
          <p:cNvPicPr>
            <a:picLocks noChangeAspect="1"/>
          </p:cNvPicPr>
          <p:nvPr userDrawn="1"/>
        </p:nvPicPr>
        <p:blipFill>
          <a:blip r:embed="rId1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79672" y="6216679"/>
            <a:ext cx="2036031" cy="418782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8.png"/><Relationship Id="rId7" Type="http://schemas.openxmlformats.org/officeDocument/2006/relationships/slideLayout" Target="../slideLayouts/slideLayout15.xml"/><Relationship Id="rId8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CM_SLOT_COVER_TITLE"/>
          <p:cNvSpPr>
            <a:spLocks noGrp="1"/>
          </p:cNvSpPr>
          <p:nvPr>
            <p:ph type="body" sz="quarter" idx="10"/>
          </p:nvPr>
        </p:nvSpPr>
        <p:spPr>
          <a:xfrm>
            <a:off x="768995" y="980728"/>
            <a:ext cx="8136904" cy="841834"/>
          </a:xfrm>
        </p:spPr>
        <p:txBody>
          <a:bodyPr>
            <a:normAutofit/>
          </a:bodyPr>
          <a:lstStyle/>
          <a:p>
            <a:endParaRPr kumimoji="1" lang="zh-CN" altLang="en-US" sz="4000" dirty="0">
              <a:latin typeface="Arial" panose="020B0604020202020204" pitchFamily="34" charset="0"/>
              <a:ea typeface="京东朗正体 正道" panose="02000500000000000000" pitchFamily="2" charset="-122"/>
              <a:sym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3905" cy="6858000"/>
          </a:xfrm>
          <a:prstGeom prst="rect">
            <a:avLst/>
          </a:prstGeom>
        </p:spPr>
      </p:pic>
      <p:sp>
        <p:nvSpPr>
          <p:cNvPr id="13" name="矩形: 圆角 12"/>
          <p:cNvSpPr/>
          <p:nvPr/>
        </p:nvSpPr>
        <p:spPr>
          <a:xfrm>
            <a:off x="326073" y="909955"/>
            <a:ext cx="4885690" cy="4864735"/>
          </a:xfrm>
          <a:prstGeom prst="roundRect">
            <a:avLst>
              <a:gd name="adj" fmla="val 3036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SCM_SLOT_BODY"/>
          <p:cNvSpPr>
            <a:spLocks noChangeArrowheads="1"/>
          </p:cNvSpPr>
          <p:nvPr/>
        </p:nvSpPr>
        <p:spPr bwMode="auto">
          <a:xfrm>
            <a:off x="5360988" y="2470785"/>
            <a:ext cx="6427249" cy="1522095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wrap="square">
            <a:spAutoFit/>
          </a:bodyPr>
          <a:lstStyle/>
          <a:p>
            <a:pPr algn="just" rtl="0">
              <a:lnSpc>
                <a:spcPct val="150000"/>
              </a:lnSpc>
              <a:defRPr/>
            </a:pPr>
            <a:endParaRPr lang="en-US" altLang="zh-CN" sz="2000" b="1" u="sng" dirty="0">
              <a:solidFill>
                <a:schemeClr val="bg1"/>
              </a:solidFill>
              <a:latin typeface="京东朗正体 玲珑" panose="02000400000000000000" pitchFamily="2" charset="-122"/>
              <a:ea typeface="京东朗正体 玲珑" panose="02000400000000000000" pitchFamily="2" charset="-122"/>
              <a:sym typeface="+mn-ea"/>
            </a:endParaRPr>
          </a:p>
        </p:txBody>
      </p:sp>
      <p:sp>
        <p:nvSpPr>
          <p:cNvPr id="6" name="SCM_SLOT_PRICE"/>
          <p:cNvSpPr/>
          <p:nvPr/>
        </p:nvSpPr>
        <p:spPr>
          <a:xfrm>
            <a:off x="5361305" y="1481455"/>
            <a:ext cx="6426835" cy="106045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defRPr/>
            </a:pPr>
            <a:endParaRPr lang="en-US" altLang="zh-CN" sz="1400" b="1" dirty="0">
              <a:solidFill>
                <a:schemeClr val="bg1"/>
              </a:solidFill>
              <a:latin typeface="京东朗正体 玲珑" panose="02000400000000000000" pitchFamily="2" charset="-122"/>
              <a:ea typeface="京东朗正体 玲珑" panose="02000400000000000000" pitchFamily="2" charset="-122"/>
              <a:sym typeface="+mn-ea"/>
            </a:endParaRPr>
          </a:p>
        </p:txBody>
      </p:sp>
      <p:sp>
        <p:nvSpPr>
          <p:cNvPr id="7" name="SCM_SLOT_TITLE"/>
          <p:cNvSpPr/>
          <p:nvPr/>
        </p:nvSpPr>
        <p:spPr>
          <a:xfrm>
            <a:off x="5321392" y="537003"/>
            <a:ext cx="6547816" cy="10147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endParaRPr lang="en-US" altLang="zh-CN" sz="2000" b="1" dirty="0">
              <a:solidFill>
                <a:schemeClr val="bg1"/>
              </a:solidFill>
              <a:latin typeface="京东朗正体 玲珑" panose="02000400000000000000" pitchFamily="2" charset="-122"/>
              <a:ea typeface="京东朗正体 玲珑" panose="02000400000000000000" pitchFamily="2" charset="-122"/>
              <a:sym typeface="+mn-ea"/>
            </a:endParaRPr>
          </a:p>
        </p:txBody>
      </p:sp>
      <p:sp>
        <p:nvSpPr>
          <p:cNvPr id="17" name="SCM_SLOT_CLEAR_5"/>
          <p:cNvSpPr/>
          <p:nvPr/>
        </p:nvSpPr>
        <p:spPr>
          <a:xfrm>
            <a:off x="727393" y="283845"/>
            <a:ext cx="1567180" cy="473075"/>
          </a:xfrm>
          <a:prstGeom prst="rect">
            <a:avLst/>
          </a:prstGeom>
        </p:spPr>
        <p:txBody>
          <a:bodyPr wrap="none">
            <a:noAutofit/>
          </a:bodyPr>
          <a:lstStyle/>
          <a:p>
            <a:pPr algn="l">
              <a:lnSpc>
                <a:spcPct val="90000"/>
              </a:lnSpc>
              <a:spcBef>
                <a:spcPts val="1000"/>
              </a:spcBef>
              <a:buClrTx/>
              <a:buSzTx/>
              <a:buFontTx/>
            </a:pPr>
            <a:endParaRPr lang="zh-CN" altLang="en-US" sz="2400" b="1" dirty="0">
              <a:solidFill>
                <a:schemeClr val="bg1"/>
              </a:solidFill>
              <a:latin typeface="京东朗正体 正道" panose="02000500000000000000" pitchFamily="2" charset="-122"/>
              <a:ea typeface="京东朗正体 正道" panose="02000500000000000000" pitchFamily="2" charset="-122"/>
              <a:cs typeface="微软雅黑" panose="020B0503020204020204" charset="-122"/>
            </a:endParaRPr>
          </a:p>
        </p:txBody>
      </p:sp>
      <p:sp>
        <p:nvSpPr>
          <p:cNvPr id="8" name="SCM_SLOT_CLEAR_6"/>
          <p:cNvSpPr>
            <a:spLocks noChangeArrowheads="1"/>
          </p:cNvSpPr>
          <p:nvPr/>
        </p:nvSpPr>
        <p:spPr bwMode="auto">
          <a:xfrm>
            <a:off x="5487353" y="4004945"/>
            <a:ext cx="6427249" cy="553085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wrap="square">
            <a:spAutoFit/>
          </a:bodyPr>
          <a:lstStyle/>
          <a:p>
            <a:pPr algn="just" rtl="0">
              <a:lnSpc>
                <a:spcPct val="150000"/>
              </a:lnSpc>
              <a:defRPr/>
            </a:pPr>
            <a:endParaRPr lang="en-US" altLang="zh-CN" sz="1400" dirty="0">
              <a:solidFill>
                <a:schemeClr val="bg1"/>
              </a:solidFill>
              <a:latin typeface="京东朗正体 玲珑" panose="02000400000000000000" pitchFamily="2" charset="-122"/>
              <a:ea typeface="京东朗正体 玲珑" panose="02000400000000000000" pitchFamily="2" charset="-122"/>
              <a:sym typeface="+mn-ea"/>
            </a:endParaRPr>
          </a:p>
        </p:txBody>
      </p:sp>
      <p:sp>
        <p:nvSpPr>
          <p:cNvPr id="12" name="矩形: 圆角 1"/>
          <p:cNvSpPr/>
          <p:nvPr/>
        </p:nvSpPr>
        <p:spPr>
          <a:xfrm>
            <a:off x="5377180" y="4509135"/>
            <a:ext cx="5500278" cy="1724025"/>
          </a:xfrm>
          <a:prstGeom prst="roundRect">
            <a:avLst>
              <a:gd name="adj" fmla="val 3036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18" name="SCM_SLOT_IMAGE_01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69010" y="981710"/>
            <a:ext cx="3599815" cy="2304415"/>
          </a:xfrm>
          <a:prstGeom prst="rect">
            <a:avLst/>
          </a:prstGeom>
        </p:spPr>
      </p:pic>
      <p:pic>
        <p:nvPicPr>
          <p:cNvPr id="19" name="SCM_SLOT_IMAGE_02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416685" y="3212465"/>
            <a:ext cx="2726182" cy="2520000"/>
          </a:xfrm>
          <a:prstGeom prst="rect">
            <a:avLst/>
          </a:prstGeom>
        </p:spPr>
      </p:pic>
      <p:pic>
        <p:nvPicPr>
          <p:cNvPr id="20" name="SCM_SLOT_IMAGE_03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487670" y="4570095"/>
            <a:ext cx="1631599" cy="1620000"/>
          </a:xfrm>
          <a:prstGeom prst="rect">
            <a:avLst/>
          </a:prstGeom>
        </p:spPr>
      </p:pic>
      <p:pic>
        <p:nvPicPr>
          <p:cNvPr id="21" name="SCM_SLOT_IMAGE_04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393940" y="4570095"/>
            <a:ext cx="1488857" cy="1620000"/>
          </a:xfrm>
          <a:prstGeom prst="rect">
            <a:avLst/>
          </a:prstGeom>
        </p:spPr>
      </p:pic>
      <p:pic>
        <p:nvPicPr>
          <p:cNvPr id="22" name="SCM_SLOT_IMAGE_05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121775" y="4570095"/>
            <a:ext cx="1640858" cy="1620000"/>
          </a:xfrm>
          <a:prstGeom prst="rect">
            <a:avLst/>
          </a:prstGeom>
        </p:spPr>
      </p:pic>
    </p:spTree>
  </p:cSld>
  <p:clrMapOvr>
    <a:masterClrMapping/>
  </p:clrMapOvr>
</p:sld>
</file>

<file path=ppt/tags/tag1.xml><?xml version="1.0" encoding="utf-8"?>
<p:tagLst xmlns:p="http://schemas.openxmlformats.org/presentationml/2006/main">
  <p:tag name="COMMONDATA" val="eyJoZGlkIjoiYjI1NjljNjNkZmYxYWM5MTBhMGQxYWM4YTRhMWRkY2MifQ=="/>
</p:tagLst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546</Words>
  <Application>WPS 演示</Application>
  <PresentationFormat>自定义</PresentationFormat>
  <Paragraphs>30</Paragraphs>
  <Slides>3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10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</vt:i4>
      </vt:variant>
    </vt:vector>
  </HeadingPairs>
  <TitlesOfParts>
    <vt:vector size="14" baseType="lpstr">
      <vt:lpstr>Arial</vt:lpstr>
      <vt:lpstr>宋体</vt:lpstr>
      <vt:lpstr>Wingdings</vt:lpstr>
      <vt:lpstr>微软雅黑</vt:lpstr>
      <vt:lpstr>京东朗正体 正道</vt:lpstr>
      <vt:lpstr>京东朗正体 玲珑</vt:lpstr>
      <vt:lpstr>Arial Unicode MS</vt:lpstr>
      <vt:lpstr>等线 Light</vt:lpstr>
      <vt:lpstr>等线</vt:lpstr>
      <vt:lpstr>Calibri</vt:lpstr>
      <vt:lpstr>Office 主题​​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ppt模板</dc:title>
  <dc:creator>摄图网</dc:creator>
  <dc:subject>摄图网</dc:subject>
  <cp:lastModifiedBy>WPS_1503469390</cp:lastModifiedBy>
  <cp:revision>3375</cp:revision>
  <dcterms:created xsi:type="dcterms:W3CDTF">2015-12-27T01:24:00Z</dcterms:created>
  <dcterms:modified xsi:type="dcterms:W3CDTF">2026-09-24T07:10:26Z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2052-12.1.0.18912</vt:lpwstr>
  </property>
  <property fmtid="{D5CDD505-2E9C-101B-9397-08002B2CF9AE}" pid="3" name="KSORubyTemplateID">
    <vt:lpwstr>2</vt:lpwstr>
  </property>
  <property fmtid="{D5CDD505-2E9C-101B-9397-08002B2CF9AE}" pid="4" name="ICV">
    <vt:lpwstr>96A21C8CAE8B4F3FA13AC77C991924BC_13</vt:lpwstr>
  </property>
</Properties>
</file>