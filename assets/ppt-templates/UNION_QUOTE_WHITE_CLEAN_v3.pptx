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"/>
  </p:notesMasterIdLst>
  <p:handoutMasterIdLst>
    <p:handoutMasterId r:id="rId10"/>
  </p:handoutMasterIdLst>
  <p:sldIdLst>
    <p:sldId id="555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Helen Yanfei Luo" initials="HYL" lastIdx="18" clrIdx="0"/>
  <p:cmAuthor id="43" name="宋昆" initials="宋" lastIdx="0" clrIdx="0"/>
  <p:cmAuthor id="1" name="潘婷" initials="潘" lastIdx="1" clrIdx="0"/>
  <p:cmAuthor id="44" name="xiong" initials="x" lastIdx="1" clrIdx="0"/>
  <p:cmAuthor id="2" name="作者" initials="A" lastIdx="0" clrIdx="1"/>
  <p:cmAuthor id="3" name="fafa" initials="f" lastIdx="2" clrIdx="1"/>
  <p:cmAuthor id="46" name="Sandra" initials="S" lastIdx="0" clrIdx="0"/>
  <p:cmAuthor id="4" name="Administrator" initials="A" lastIdx="2" clrIdx="3"/>
  <p:cmAuthor id="5" name="Admin" initials="A" lastIdx="1" clrIdx="4"/>
  <p:cmAuthor id="6" name="user" initials="u" lastIdx="1" clrIdx="5"/>
  <p:cmAuthor id="49" name="陈蕾" initials="陈" lastIdx="7" clrIdx="1"/>
  <p:cmAuthor id="7" name="gogoer75@126.com" initials=" [7]" lastIdx="1" clrIdx="6"/>
  <p:cmAuthor id="8" name="张 未" initials="张" lastIdx="1" clrIdx="7"/>
  <p:cmAuthor id="51" name="China" initials="C" lastIdx="1" clrIdx="0"/>
  <p:cmAuthor id="9" name="Biying Yang (PGT)" initials="BY(" lastIdx="1" clrIdx="8"/>
  <p:cmAuthor id="10" name="97073" initials="9" lastIdx="1" clrIdx="9"/>
  <p:cmAuthor id="11" name="刘颖" initials="刘" lastIdx="1" clrIdx="10"/>
  <p:cmAuthor id="12" name="Windows 用户" initials="W" lastIdx="2" clrIdx="0"/>
  <p:cmAuthor id="55" name="86136" initials="8" lastIdx="1" clrIdx="54"/>
  <p:cmAuthor id="13" name="MG" initials="M" lastIdx="1" clrIdx="0"/>
  <p:cmAuthor id="14" name="Author" initials="A" lastIdx="31" clrIdx="2"/>
  <p:cmAuthor id="15" name="amyzhang" initials="a" lastIdx="1" clrIdx="0"/>
  <p:cmAuthor id="16" name="JerryW" initials="J" lastIdx="1" clrIdx="0"/>
  <p:cmAuthor id="17" name="DELL" initials="D" lastIdx="1" clrIdx="16"/>
  <p:cmAuthor id="18" name="WO" initials="W" lastIdx="1" clrIdx="17"/>
  <p:cmAuthor id="61" name="Bonan Qi" initials="B" lastIdx="43" clrIdx="0"/>
  <p:cmAuthor id="19" name="未知用户14" initials="未" lastIdx="1" clrIdx="22"/>
  <p:cmAuthor id="62" name="yaoxiaojun" initials="y" lastIdx="1" clrIdx="0"/>
  <p:cmAuthor id="20" name="未知用户15" initials="未" lastIdx="1" clrIdx="23"/>
  <p:cmAuthor id="21" name="WHTP" initials="W" lastIdx="1" clrIdx="20"/>
  <p:cmAuthor id="64" name="wangcz2" initials="w" lastIdx="3" clrIdx="0"/>
  <p:cmAuthor id="271163482" name="柠檬不萌" initials="柠" lastIdx="1" clrIdx="57"/>
  <p:cmAuthor id="22" name="未知用户5" initials="未" lastIdx="1" clrIdx="0"/>
  <p:cmAuthor id="2000" name="马玥" initials="authorId_423935466" lastIdx="359414" clrIdx="0"/>
  <p:cmAuthor id="65" name="tianan" initials="t" lastIdx="1" clrIdx="5"/>
  <p:cmAuthor id="23" name="未知用户18" initials="未" lastIdx="1" clrIdx="26"/>
  <p:cmAuthor id="66" name="Microsoft" initials="M" lastIdx="1" clrIdx="0"/>
  <p:cmAuthor id="24" name="未知用户19" initials="未" lastIdx="1" clrIdx="27"/>
  <p:cmAuthor id="25" name="未知用户20" initials="未" lastIdx="1" clrIdx="28"/>
  <p:cmAuthor id="26" name="余潇迎" initials="余" lastIdx="2" clrIdx="0"/>
  <p:cmAuthor id="69" name="未知用户8" initials="未" lastIdx="1" clrIdx="0"/>
  <p:cmAuthor id="27" name="未知用户22" initials="未" lastIdx="1" clrIdx="30"/>
  <p:cmAuthor id="70" name="User" initials="U" lastIdx="0" clrIdx="22"/>
  <p:cmAuthor id="28" name="未知用户23" initials="未" lastIdx="1" clrIdx="31"/>
  <p:cmAuthor id="29" name="未知用户24" initials="未" lastIdx="1" clrIdx="32"/>
  <p:cmAuthor id="30" name="86183" initials="8" lastIdx="1" clrIdx="29"/>
  <p:cmAuthor id="31" name="jessie" initials="j" lastIdx="2" clrIdx="30"/>
  <p:cmAuthor id="32" name="未知用户12" initials="未" lastIdx="2" clrIdx="0"/>
  <p:cmAuthor id="33" name="jiansheng li" initials="j" lastIdx="0" clrIdx="0"/>
  <p:cmAuthor id="34" name="李增增" initials="李" lastIdx="1" clrIdx="2"/>
  <p:cmAuthor id="35" name="刘风香" initials="刘" lastIdx="5" clrIdx="20"/>
  <p:cmAuthor id="36" name="video" initials="v" lastIdx="1" clrIdx="0"/>
  <p:cmAuthor id="37" name="朱雪松" initials="朱" lastIdx="2" clrIdx="2"/>
  <p:cmAuthor id="38" name="郭禹希" initials="郭" lastIdx="3" clrIdx="0"/>
  <p:cmAuthor id="39" name="YZB" initials="Y" lastIdx="1" clrIdx="15"/>
  <p:cmAuthor id="40" name="yiwei zhu" initials="y" lastIdx="14" clrIdx="0"/>
  <p:cmAuthor id="41" name="吕震" initials="吕" lastIdx="6" clrIdx="0"/>
  <p:cmAuthor id="42" name="吴岩" initials="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0003"/>
    <a:srgbClr val="2121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5430"/>
    <p:restoredTop sz="94615"/>
  </p:normalViewPr>
  <p:slideViewPr>
    <p:cSldViewPr snapToGrid="0" snapToObjects="1">
      <p:cViewPr varScale="1">
        <p:scale>
          <a:sx n="84" d="100"/>
          <a:sy n="84" d="100"/>
        </p:scale>
        <p:origin x="17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140" d="100"/>
          <a:sy n="140" d="100"/>
        </p:scale>
        <p:origin x="4072" y="216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10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Relationship Id="rId14" Type="http://schemas.openxmlformats.org/officeDocument/2006/relationships/commentAuthors" Target="comment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66C7C-25A7-D749-8A5E-CCA682AE1434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F2E93-A3C2-CE44-96D3-41BDEB4CF1DB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8.emf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tags" Target="../tags/tag6.xml"/><Relationship Id="rId3" Type="http://schemas.openxmlformats.org/officeDocument/2006/relationships/tags" Target="../tags/tag7.xml"/><Relationship Id="rId4" Type="http://schemas.openxmlformats.org/officeDocument/2006/relationships/tags" Target="../tags/tag8.xml"/><Relationship Id="rId5" Type="http://schemas.openxmlformats.org/officeDocument/2006/relationships/tags" Target="../tags/tag9.xml"/><Relationship Id="rId6" Type="http://schemas.openxmlformats.org/officeDocument/2006/relationships/tags" Target="../tags/tag10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3"/>
            <a:ext cx="6137745" cy="2088000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标题七字以上</a:t>
            </a:r>
            <a:endParaRPr kumimoji="1" lang="en-US" altLang="zh-CN" dirty="0"/>
          </a:p>
          <a:p>
            <a:r>
              <a:rPr kumimoji="1" lang="zh-CN" altLang="en-US" dirty="0"/>
              <a:t>这里换行</a:t>
            </a:r>
            <a:endParaRPr kumimoji="1" lang="zh-CN" altLang="en-US" dirty="0"/>
          </a:p>
        </p:txBody>
      </p:sp>
      <p:sp>
        <p:nvSpPr>
          <p:cNvPr id="5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2518932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3" name="图片 12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标题七字以内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6" name="矩形 15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381188"/>
            <a:ext cx="6137745" cy="2088000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标题七字以上</a:t>
            </a:r>
            <a:endParaRPr kumimoji="1" lang="en-US" altLang="zh-CN" dirty="0"/>
          </a:p>
          <a:p>
            <a:r>
              <a:rPr kumimoji="1" lang="zh-CN" altLang="en-US" dirty="0"/>
              <a:t>这里换行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4411680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标题七字以内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如果有副标题写在这里</a:t>
            </a:r>
            <a:endParaRPr kumimoji="1" lang="zh-CN" altLang="en-US" dirty="0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2" name="矩形 11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17" name="图片 16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3" name="图片 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目录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1058627" y="1083507"/>
            <a:ext cx="4529373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目录</a:t>
            </a:r>
            <a:endParaRPr kumimoji="1" lang="zh-CN" altLang="en-US" dirty="0"/>
          </a:p>
        </p:txBody>
      </p:sp>
      <p:sp>
        <p:nvSpPr>
          <p:cNvPr id="13" name="文本占位符 7"/>
          <p:cNvSpPr>
            <a:spLocks noGrp="1"/>
          </p:cNvSpPr>
          <p:nvPr>
            <p:ph type="body" sz="quarter" idx="12" hasCustomPrompt="1"/>
          </p:nvPr>
        </p:nvSpPr>
        <p:spPr>
          <a:xfrm>
            <a:off x="1275074" y="2992673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01</a:t>
            </a:r>
            <a:endParaRPr kumimoji="1" lang="en-US" altLang="zh-CN" dirty="0"/>
          </a:p>
        </p:txBody>
      </p:sp>
      <p:sp>
        <p:nvSpPr>
          <p:cNvPr id="14" name="文本占位符 7"/>
          <p:cNvSpPr>
            <a:spLocks noGrp="1"/>
          </p:cNvSpPr>
          <p:nvPr>
            <p:ph type="body" sz="quarter" idx="13" hasCustomPrompt="1"/>
          </p:nvPr>
        </p:nvSpPr>
        <p:spPr>
          <a:xfrm>
            <a:off x="1725063" y="2992673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18" name="文本占位符 7"/>
          <p:cNvSpPr>
            <a:spLocks noGrp="1"/>
          </p:cNvSpPr>
          <p:nvPr>
            <p:ph type="body" sz="quarter" idx="14" hasCustomPrompt="1"/>
          </p:nvPr>
        </p:nvSpPr>
        <p:spPr>
          <a:xfrm>
            <a:off x="1275074" y="3427506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02</a:t>
            </a:r>
            <a:endParaRPr kumimoji="1" lang="en-US" altLang="zh-CN" dirty="0"/>
          </a:p>
        </p:txBody>
      </p:sp>
      <p:sp>
        <p:nvSpPr>
          <p:cNvPr id="19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1725063" y="3427506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2" name="文本占位符 7"/>
          <p:cNvSpPr>
            <a:spLocks noGrp="1"/>
          </p:cNvSpPr>
          <p:nvPr>
            <p:ph type="body" sz="quarter" idx="16" hasCustomPrompt="1"/>
          </p:nvPr>
        </p:nvSpPr>
        <p:spPr>
          <a:xfrm>
            <a:off x="1275074" y="3862339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03</a:t>
            </a:r>
            <a:endParaRPr kumimoji="1" lang="en-US" altLang="zh-CN" dirty="0"/>
          </a:p>
        </p:txBody>
      </p:sp>
      <p:sp>
        <p:nvSpPr>
          <p:cNvPr id="23" name="文本占位符 7"/>
          <p:cNvSpPr>
            <a:spLocks noGrp="1"/>
          </p:cNvSpPr>
          <p:nvPr>
            <p:ph type="body" sz="quarter" idx="17" hasCustomPrompt="1"/>
          </p:nvPr>
        </p:nvSpPr>
        <p:spPr>
          <a:xfrm>
            <a:off x="1725063" y="3862339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4" name="文本占位符 7"/>
          <p:cNvSpPr>
            <a:spLocks noGrp="1"/>
          </p:cNvSpPr>
          <p:nvPr>
            <p:ph type="body" sz="quarter" idx="18" hasCustomPrompt="1"/>
          </p:nvPr>
        </p:nvSpPr>
        <p:spPr>
          <a:xfrm>
            <a:off x="1275074" y="4297172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04</a:t>
            </a:r>
            <a:endParaRPr kumimoji="1" lang="en-US" altLang="zh-CN" dirty="0"/>
          </a:p>
        </p:txBody>
      </p:sp>
      <p:sp>
        <p:nvSpPr>
          <p:cNvPr id="25" name="文本占位符 7"/>
          <p:cNvSpPr>
            <a:spLocks noGrp="1"/>
          </p:cNvSpPr>
          <p:nvPr>
            <p:ph type="body" sz="quarter" idx="19" hasCustomPrompt="1"/>
          </p:nvPr>
        </p:nvSpPr>
        <p:spPr>
          <a:xfrm>
            <a:off x="1725063" y="4297172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sp>
        <p:nvSpPr>
          <p:cNvPr id="26" name="文本占位符 7"/>
          <p:cNvSpPr>
            <a:spLocks noGrp="1"/>
          </p:cNvSpPr>
          <p:nvPr>
            <p:ph type="body" sz="quarter" idx="20" hasCustomPrompt="1"/>
          </p:nvPr>
        </p:nvSpPr>
        <p:spPr>
          <a:xfrm>
            <a:off x="1275073" y="4732006"/>
            <a:ext cx="449989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05</a:t>
            </a:r>
            <a:endParaRPr kumimoji="1" lang="en-US" altLang="zh-CN" dirty="0"/>
          </a:p>
        </p:txBody>
      </p:sp>
      <p:sp>
        <p:nvSpPr>
          <p:cNvPr id="27" name="文本占位符 7"/>
          <p:cNvSpPr>
            <a:spLocks noGrp="1"/>
          </p:cNvSpPr>
          <p:nvPr>
            <p:ph type="body" sz="quarter" idx="21" hasCustomPrompt="1"/>
          </p:nvPr>
        </p:nvSpPr>
        <p:spPr>
          <a:xfrm>
            <a:off x="1725063" y="4732006"/>
            <a:ext cx="1719072" cy="317500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00000"/>
              </a:lnSpc>
              <a:buNone/>
              <a:defRPr sz="1600" b="0">
                <a:solidFill>
                  <a:schemeClr val="bg2">
                    <a:lumMod val="2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内容标题</a:t>
            </a:r>
            <a:endParaRPr kumimoji="1"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0" y="0"/>
            <a:ext cx="12192000" cy="68707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12" name="矩形 11" hidden="1"/>
          <p:cNvSpPr/>
          <p:nvPr userDrawn="1"/>
        </p:nvSpPr>
        <p:spPr>
          <a:xfrm>
            <a:off x="10289894" y="5764923"/>
            <a:ext cx="1632417" cy="712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13" name="图片 12" hidden="1"/>
          <p:cNvPicPr>
            <a:picLocks noChangeAspect="1"/>
          </p:cNvPicPr>
          <p:nvPr userDrawn="1"/>
        </p:nvPicPr>
        <p:blipFill>
          <a:blip r:embed="rId3" cstate="email"/>
          <a:stretch>
            <a:fillRect/>
          </a:stretch>
        </p:blipFill>
        <p:spPr>
          <a:xfrm>
            <a:off x="10346487" y="5925948"/>
            <a:ext cx="1296144" cy="390750"/>
          </a:xfrm>
          <a:prstGeom prst="rect">
            <a:avLst/>
          </a:prstGeom>
        </p:spPr>
      </p:pic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4" cstate="email"/>
          <a:stretch>
            <a:fillRect/>
          </a:stretch>
        </p:blipFill>
        <p:spPr>
          <a:xfrm>
            <a:off x="8661400" y="5537200"/>
            <a:ext cx="3530600" cy="1320800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rgbClr val="21212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9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4">
    <p:bg>
      <p:bgPr>
        <a:solidFill>
          <a:srgbClr val="EC000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8661400" y="5537200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文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rgbClr val="EC0003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5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rgbClr val="21212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sp>
        <p:nvSpPr>
          <p:cNvPr id="6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P01</a:t>
            </a:r>
            <a:endParaRPr kumimoji="1" lang="en-US" altLang="zh-CN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底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底纹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3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85662" y="547480"/>
            <a:ext cx="6761070" cy="948494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此处编辑标题</a:t>
            </a:r>
            <a:endParaRPr kumimoji="1" lang="zh-CN" altLang="en-US" dirty="0"/>
          </a:p>
        </p:txBody>
      </p:sp>
      <p:sp>
        <p:nvSpPr>
          <p:cNvPr id="4" name="文本占位符 7"/>
          <p:cNvSpPr>
            <a:spLocks noGrp="1"/>
          </p:cNvSpPr>
          <p:nvPr>
            <p:ph type="body" sz="quarter" idx="15" hasCustomPrompt="1"/>
          </p:nvPr>
        </p:nvSpPr>
        <p:spPr>
          <a:xfrm>
            <a:off x="585662" y="1760260"/>
            <a:ext cx="2027130" cy="541506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ct val="150000"/>
              </a:lnSpc>
              <a:buNone/>
              <a:defRPr sz="1600" b="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此处编辑内容</a:t>
            </a:r>
            <a:endParaRPr kumimoji="1" lang="en-US" altLang="zh-CN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封面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16552" y="566094"/>
            <a:ext cx="6137745" cy="936782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en-US" altLang="zh-CN" dirty="0"/>
          </a:p>
        </p:txBody>
      </p:sp>
      <p:sp>
        <p:nvSpPr>
          <p:cNvPr id="7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55741" y="1502876"/>
            <a:ext cx="2132149" cy="45209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l">
              <a:buNone/>
              <a:defRPr sz="1400" b="1">
                <a:ln>
                  <a:noFill/>
                </a:ln>
                <a:solidFill>
                  <a:schemeClr val="bg1">
                    <a:lumMod val="95000"/>
                  </a:schemeClr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13" name="图片 12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5" cstate="email"/>
          <a:srcRect/>
          <a:stretch>
            <a:fillRect/>
          </a:stretch>
        </p:blipFill>
        <p:spPr>
          <a:xfrm>
            <a:off x="0" y="-1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封面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2" cstate="email"/>
          <a:stretch>
            <a:fillRect/>
          </a:stretch>
        </p:blipFill>
        <p:spPr>
          <a:xfrm>
            <a:off x="-600" y="0"/>
            <a:ext cx="12193200" cy="6858000"/>
          </a:xfrm>
          <a:prstGeom prst="rect">
            <a:avLst/>
          </a:prstGeom>
        </p:spPr>
      </p:pic>
      <p:sp>
        <p:nvSpPr>
          <p:cNvPr id="14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3027127" y="2924144"/>
            <a:ext cx="6137745" cy="1009711"/>
          </a:xfrm>
          <a:prstGeom prst="rect">
            <a:avLst/>
          </a:prstGeom>
        </p:spPr>
        <p:txBody>
          <a:bodyPr wrap="square" tIns="0" bIns="0" anchor="t">
            <a:noAutofit/>
          </a:bodyPr>
          <a:lstStyle>
            <a:lvl1pPr marL="0" indent="0" algn="ctr">
              <a:lnSpc>
                <a:spcPts val="7700"/>
              </a:lnSpc>
              <a:spcBef>
                <a:spcPts val="0"/>
              </a:spcBef>
              <a:buNone/>
              <a:defRPr sz="64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zh-CN" altLang="en-US" dirty="0"/>
              <a:t>感谢您的时间</a:t>
            </a:r>
            <a:endParaRPr kumimoji="1" lang="zh-CN" altLang="en-US" dirty="0"/>
          </a:p>
        </p:txBody>
      </p:sp>
      <p:sp>
        <p:nvSpPr>
          <p:cNvPr id="15" name="文本占位符 7"/>
          <p:cNvSpPr>
            <a:spLocks noGrp="1"/>
          </p:cNvSpPr>
          <p:nvPr>
            <p:ph type="body" sz="quarter" idx="11" hasCustomPrompt="1"/>
          </p:nvPr>
        </p:nvSpPr>
        <p:spPr>
          <a:xfrm>
            <a:off x="578711" y="6152080"/>
            <a:ext cx="1159556" cy="203452"/>
          </a:xfrm>
          <a:prstGeom prst="rect">
            <a:avLst/>
          </a:prstGeom>
        </p:spPr>
        <p:txBody>
          <a:bodyPr/>
          <a:lstStyle>
            <a:lvl1pPr marL="0" indent="0" algn="l">
              <a:lnSpc>
                <a:spcPts val="400"/>
              </a:lnSpc>
              <a:buNone/>
              <a:defRPr sz="8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XXXX.XX.XX</a:t>
            </a:r>
            <a:endParaRPr kumimoji="1" lang="en-US" altLang="zh-CN" dirty="0"/>
          </a:p>
        </p:txBody>
      </p:sp>
      <p:sp>
        <p:nvSpPr>
          <p:cNvPr id="16" name="文本占位符 22"/>
          <p:cNvSpPr>
            <a:spLocks noGrp="1"/>
          </p:cNvSpPr>
          <p:nvPr>
            <p:ph type="body" sz="quarter" idx="13" hasCustomPrompt="1"/>
          </p:nvPr>
        </p:nvSpPr>
        <p:spPr>
          <a:xfrm>
            <a:off x="5366715" y="3971955"/>
            <a:ext cx="1458568" cy="276242"/>
          </a:xfrm>
          <a:prstGeom prst="rect">
            <a:avLst/>
          </a:prstGeom>
          <a:noFill/>
          <a:ln>
            <a:noFill/>
          </a:ln>
        </p:spPr>
        <p:txBody>
          <a:bodyPr anchor="ctr"/>
          <a:lstStyle>
            <a:lvl1pPr marL="0" indent="0" algn="ctr">
              <a:buNone/>
              <a:defRPr sz="1000" b="1">
                <a:ln>
                  <a:noFill/>
                </a:ln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r>
              <a:rPr kumimoji="1" lang="en-US" altLang="zh-CN" dirty="0"/>
              <a:t>THANKS</a:t>
            </a:r>
            <a:endParaRPr kumimoji="1" lang="zh-CN" altLang="en-US" dirty="0"/>
          </a:p>
        </p:txBody>
      </p:sp>
      <p:grpSp>
        <p:nvGrpSpPr>
          <p:cNvPr id="18" name="组合 17"/>
          <p:cNvGrpSpPr/>
          <p:nvPr userDrawn="1"/>
        </p:nvGrpSpPr>
        <p:grpSpPr>
          <a:xfrm>
            <a:off x="9858675" y="5602215"/>
            <a:ext cx="2016056" cy="898338"/>
            <a:chOff x="9858675" y="5602215"/>
            <a:chExt cx="2016056" cy="898338"/>
          </a:xfrm>
        </p:grpSpPr>
        <p:sp>
          <p:nvSpPr>
            <p:cNvPr id="19" name="矩形 18"/>
            <p:cNvSpPr/>
            <p:nvPr userDrawn="1"/>
          </p:nvSpPr>
          <p:spPr>
            <a:xfrm>
              <a:off x="9858675" y="5602215"/>
              <a:ext cx="2016056" cy="898338"/>
            </a:xfrm>
            <a:prstGeom prst="rect">
              <a:avLst/>
            </a:prstGeom>
            <a:solidFill>
              <a:srgbClr val="EC000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pic>
          <p:nvPicPr>
            <p:cNvPr id="20" name="图片 19"/>
            <p:cNvPicPr>
              <a:picLocks noChangeAspect="1"/>
            </p:cNvPicPr>
            <p:nvPr userDrawn="1"/>
          </p:nvPicPr>
          <p:blipFill>
            <a:blip r:embed="rId3" cstate="email"/>
            <a:stretch>
              <a:fillRect/>
            </a:stretch>
          </p:blipFill>
          <p:spPr>
            <a:xfrm>
              <a:off x="10015384" y="5803659"/>
              <a:ext cx="1656184" cy="511356"/>
            </a:xfrm>
            <a:prstGeom prst="rect">
              <a:avLst/>
            </a:prstGeom>
          </p:spPr>
        </p:pic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4" cstate="email"/>
          <a:stretch>
            <a:fillRect/>
          </a:stretch>
        </p:blipFill>
        <p:spPr>
          <a:xfrm>
            <a:off x="8267431" y="5319294"/>
            <a:ext cx="3530600" cy="1320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12000" y="6314400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116000" y="6314400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877600" y="6314400"/>
            <a:ext cx="2700000" cy="316800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自定义版式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092" y="133902"/>
            <a:ext cx="1372425" cy="420143"/>
          </a:xfrm>
          <a:prstGeom prst="rect">
            <a:avLst/>
          </a:prstGeom>
        </p:spPr>
      </p:pic>
      <p:sp>
        <p:nvSpPr>
          <p:cNvPr id="5" name="矩形 4"/>
          <p:cNvSpPr/>
          <p:nvPr userDrawn="1"/>
        </p:nvSpPr>
        <p:spPr>
          <a:xfrm>
            <a:off x="778059" y="182688"/>
            <a:ext cx="57953" cy="342732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anchor="ctr"/>
          <a:lstStyle/>
          <a:p>
            <a:pPr algn="ctr" defTabSz="725805">
              <a:defRPr/>
            </a:pPr>
            <a:endParaRPr lang="zh-CN" altLang="en-US" dirty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7" name="矩形 6"/>
          <p:cNvSpPr/>
          <p:nvPr userDrawn="1"/>
        </p:nvSpPr>
        <p:spPr>
          <a:xfrm>
            <a:off x="887666" y="343974"/>
            <a:ext cx="50394" cy="178927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anchor="ctr"/>
          <a:lstStyle/>
          <a:p>
            <a:pPr algn="ctr" defTabSz="725805">
              <a:defRPr/>
            </a:pPr>
            <a:endParaRPr lang="zh-CN" altLang="en-US" dirty="0">
              <a:solidFill>
                <a:prstClr val="white"/>
              </a:solidFill>
              <a:ea typeface="造字工房悦黑体验版常规体" pitchFamily="50" charset="-122"/>
            </a:endParaRPr>
          </a:p>
        </p:txBody>
      </p:sp>
      <p:sp>
        <p:nvSpPr>
          <p:cNvPr id="8" name="矩形 7"/>
          <p:cNvSpPr/>
          <p:nvPr userDrawn="1"/>
        </p:nvSpPr>
        <p:spPr>
          <a:xfrm>
            <a:off x="2" y="188770"/>
            <a:ext cx="738187" cy="337866"/>
          </a:xfrm>
          <a:prstGeom prst="rect">
            <a:avLst/>
          </a:prstGeom>
          <a:solidFill>
            <a:srgbClr val="C816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567" tIns="36284" rIns="72567" bIns="36284" rtlCol="0" anchor="ctr"/>
          <a:lstStyle/>
          <a:p>
            <a:pPr algn="ctr" defTabSz="725805"/>
            <a:endParaRPr lang="zh-CN" altLang="en-US">
              <a:solidFill>
                <a:prstClr val="white"/>
              </a:solidFill>
            </a:endParaRPr>
          </a:p>
        </p:txBody>
      </p:sp>
      <p:cxnSp>
        <p:nvCxnSpPr>
          <p:cNvPr id="3" name="直接连接符 2"/>
          <p:cNvCxnSpPr/>
          <p:nvPr userDrawn="1"/>
        </p:nvCxnSpPr>
        <p:spPr>
          <a:xfrm>
            <a:off x="2" y="764704"/>
            <a:ext cx="12180597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0000"/>
                </a:gs>
                <a:gs pos="44000">
                  <a:srgbClr val="FF0000"/>
                </a:gs>
                <a:gs pos="100000">
                  <a:schemeClr val="bg1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938060" y="133902"/>
            <a:ext cx="10585176" cy="5401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2400" b="1">
                <a:solidFill>
                  <a:srgbClr val="E2231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</a:lstStyle>
          <a:p>
            <a:pPr marL="407670" marR="0" lvl="0" indent="-407670" algn="l" defTabSz="1087755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1" lang="zh-CN" altLang="en-US" dirty="0"/>
              <a:t>单击此处添加标题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文本占位符 33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45938" y="236583"/>
            <a:ext cx="5287962" cy="574836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3400" b="1">
                <a:gradFill>
                  <a:gsLst>
                    <a:gs pos="100000">
                      <a:srgbClr val="E81013"/>
                    </a:gs>
                    <a:gs pos="0">
                      <a:srgbClr val="FF0000"/>
                    </a:gs>
                    <a:gs pos="50000">
                      <a:srgbClr val="C00000"/>
                    </a:gs>
                  </a:gsLst>
                  <a:lin ang="0" scaled="0"/>
                </a:gradFill>
              </a:defRPr>
            </a:lvl1pPr>
          </a:lstStyle>
          <a:p>
            <a:pPr lvl="0"/>
            <a:r>
              <a:rPr lang="zh-CN" altLang="en-US" dirty="0"/>
              <a:t>标题标题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10517" y="417839"/>
            <a:ext cx="1372425" cy="420143"/>
          </a:xfrm>
          <a:prstGeom prst="rect">
            <a:avLst/>
          </a:prstGeom>
        </p:spPr>
      </p:pic>
      <p:sp>
        <p:nvSpPr>
          <p:cNvPr id="2" name="矩形 1"/>
          <p:cNvSpPr/>
          <p:nvPr userDrawn="1"/>
        </p:nvSpPr>
        <p:spPr>
          <a:xfrm>
            <a:off x="1" y="236583"/>
            <a:ext cx="147782" cy="57483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tags" Target="../tags/tag12.xml"/><Relationship Id="rId4" Type="http://schemas.openxmlformats.org/officeDocument/2006/relationships/slideLayout" Target="../slideLayouts/slideLayout7.xml"/><Relationship Id="rId5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/>
          <p:cNvCxnSpPr/>
          <p:nvPr>
            <p:custDataLst>
              <p:tags r:id="rId1"/>
            </p:custDataLst>
          </p:nvPr>
        </p:nvCxnSpPr>
        <p:spPr>
          <a:xfrm>
            <a:off x="5127359" y="765621"/>
            <a:ext cx="0" cy="5634283"/>
          </a:xfrm>
          <a:prstGeom prst="line">
            <a:avLst/>
          </a:prstGeom>
          <a:ln w="12700" cap="flat" cmpd="sng" algn="ctr">
            <a:solidFill>
              <a:srgbClr val="D6009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6" name="SCM_SLOT_BODY"/>
          <p:cNvSpPr txBox="1"/>
          <p:nvPr>
            <p:custDataLst>
              <p:tags r:id="rId2"/>
            </p:custDataLst>
          </p:nvPr>
        </p:nvSpPr>
        <p:spPr>
          <a:xfrm>
            <a:off x="253237" y="1548971"/>
            <a:ext cx="4747260" cy="52776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marL="0" marR="0" lvl="0" indent="0" algn="l" defTabSz="914400" rtl="0" eaLnBrk="0" fontAlgn="auto" latinLnBrk="0" hangingPunct="1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SCM_SLOT_TITLE"/>
          <p:cNvSpPr txBox="1"/>
          <p:nvPr/>
        </p:nvSpPr>
        <p:spPr>
          <a:xfrm>
            <a:off x="150495" y="235585"/>
            <a:ext cx="9898380" cy="14198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0">
              <a:lnSpc>
                <a:spcPct val="180000"/>
              </a:lnSpc>
              <a:defRPr/>
            </a:pPr>
            <a:endParaRPr lang="en-US" altLang="zh-CN" sz="2400" b="1" u="sng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SCM_SLOT_IMAGE_0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5950" y="1017270"/>
            <a:ext cx="5627370" cy="556577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主题​​</Template>
  <TotalTime>0</TotalTime>
  <Words>1868</Words>
  <Application>WPS 演示</Application>
  <PresentationFormat>宽屏</PresentationFormat>
  <Paragraphs>98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造字工房悦黑体验版常规体</vt:lpstr>
      <vt:lpstr>微软雅黑</vt:lpstr>
      <vt:lpstr>Arial Unicode MS</vt:lpstr>
      <vt:lpstr>Calibri</vt:lpstr>
      <vt:lpstr>黑体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WPS_1503469390</cp:lastModifiedBy>
  <cp:revision>199</cp:revision>
  <dcterms:created xsi:type="dcterms:W3CDTF">2019-08-08T08:25:00Z</dcterms:created>
  <dcterms:modified xsi:type="dcterms:W3CDTF">2026-09-17T02:25:33Z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DE020579D81F44FD87FA0B53F014C9BF_13</vt:lpwstr>
  </property>
  <property fmtid="{D5CDD505-2E9C-101B-9397-08002B2CF9AE}" pid="3" name="KSOProductBuildVer">
    <vt:lpwstr>2052-12.1.0.18912</vt:lpwstr>
  </property>
</Properties>
</file>