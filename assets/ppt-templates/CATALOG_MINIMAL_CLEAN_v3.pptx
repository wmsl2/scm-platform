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286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CM_SLOT_TITLE"/>
          <p:cNvSpPr txBox="1"/>
          <p:nvPr/>
        </p:nvSpPr>
        <p:spPr>
          <a:xfrm>
            <a:off x="5577840" y="502920"/>
            <a:ext cx="5486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SCM_SLOT_BODY"/>
          <p:cNvSpPr txBox="1"/>
          <p:nvPr/>
        </p:nvSpPr>
        <p:spPr>
          <a:xfrm>
            <a:off x="5577840" y="1280160"/>
            <a:ext cx="54864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SCM_SLOT_IMAGE_1"/>
          <p:cNvSpPr txBox="1"/>
          <p:nvPr/>
        </p:nvSpPr>
        <p:spPr>
          <a:xfrm>
            <a:off x="548640" y="1005840"/>
            <a:ext cx="20116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