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57" name="dell" initials="d" lastIdx="0" clrIdx="556"/>
  <p:cmAuthor id="1" name="Windows 用户" initials="W用" lastIdx="0" clrIdx="0"/>
  <p:cmAuthor id="558" name="叶得会" initials="叶" lastIdx="0" clrIdx="557"/>
  <p:cmAuthor id="2" name="作者" initials="A" lastIdx="0" clrIdx="1"/>
  <p:cmAuthor id="559" name="liying" initials="l" lastIdx="0" clrIdx="558"/>
  <p:cmAuthor id="3" name="HUAWEI" initials="H" lastIdx="0" clrIdx="2"/>
  <p:cmAuthor id="560" name="桓蕾" initials="桓" lastIdx="0" clrIdx="559"/>
  <p:cmAuthor id="4" name="Administrator" initials="A" lastIdx="0" clrIdx="3"/>
  <p:cmAuthor id="561" name="鲍华明" initials="鲍" lastIdx="0" clrIdx="560"/>
  <p:cmAuthor id="5" name="MG" initials="" lastIdx="0" clrIdx="4"/>
  <p:cmAuthor id="562" name="赵兰玉" initials="赵" lastIdx="0" clrIdx="561"/>
  <p:cmAuthor id="6" name="宋洁然" initials="宋" lastIdx="0" clrIdx="5"/>
  <p:cmAuthor id="563" name="张惠" initials="张" lastIdx="0" clrIdx="562"/>
  <p:cmAuthor id="7" name="ming qiu" initials="m" lastIdx="0" clrIdx="6"/>
  <p:cmAuthor id="564" name="郭 里芬" initials="郭" lastIdx="0" clrIdx="563"/>
  <p:cmAuthor id="8" name="1206988966@qq.com" initials="1" lastIdx="0" clrIdx="7"/>
  <p:cmAuthor id="565" name="jgj" initials="j" lastIdx="0" clrIdx="564"/>
  <p:cmAuthor id="9" name="刘颖" initials="刘" lastIdx="0" clrIdx="8"/>
  <p:cmAuthor id="566" name="Sky123.Org" initials="S" lastIdx="0" clrIdx="565"/>
  <p:cmAuthor id="10" name="姜伟光" initials="姜" lastIdx="0" clrIdx="9"/>
  <p:cmAuthor id="567" name="许弘扬" initials="许" lastIdx="0" clrIdx="566"/>
  <p:cmAuthor id="11" name="lenovo" initials="l" lastIdx="0" clrIdx="10"/>
  <p:cmAuthor id="568" name="新萝卜家园" initials="新" lastIdx="0" clrIdx="567"/>
  <p:cmAuthor id="12" name="幸全" initials="幸全" lastIdx="0" clrIdx="11"/>
  <p:cmAuthor id="569" name="李正" initials="李" lastIdx="0" clrIdx="568"/>
  <p:cmAuthor id="13" name="Author" initials="A" lastIdx="0" clrIdx="12"/>
  <p:cmAuthor id="570" name="周开雷" initials="周" lastIdx="0" clrIdx="569"/>
  <p:cmAuthor id="14" name="hxl1112" initials="h" lastIdx="0" clrIdx="13"/>
  <p:cmAuthor id="571" name="lx" initials="l" lastIdx="0" clrIdx="570"/>
  <p:cmAuthor id="15" name="JerryW" initials="J" lastIdx="0" clrIdx="14"/>
  <p:cmAuthor id="572" name="李振宇" initials="李" lastIdx="0" clrIdx="571"/>
  <p:cmAuthor id="16" name="志龙 姜" initials="志" lastIdx="0" clrIdx="15"/>
  <p:cmAuthor id="573" name="朱悦龙" initials="朱" lastIdx="0" clrIdx="572"/>
  <p:cmAuthor id="17" name="刘团结" initials="authorId_1264922873" lastIdx="0" clrIdx="16"/>
  <p:cmAuthor id="574" name="吴铁映" initials="吴" lastIdx="0" clrIdx="573"/>
  <p:cmAuthor id="18" name="熊仪_aYju7RJj" initials="熊" lastIdx="0" clrIdx="17"/>
  <p:cmAuthor id="575" name="张利英" initials="张" lastIdx="0" clrIdx="574"/>
  <p:cmAuthor id="19" name="yifei" initials="y" lastIdx="0" clrIdx="18"/>
  <p:cmAuthor id="576" name="张双文" initials="张" lastIdx="0" clrIdx="575"/>
  <p:cmAuthor id="20" name="ADMIN" initials="A" lastIdx="0" clrIdx="19"/>
  <p:cmAuthor id="577" name="Chris Kou" initials="C" lastIdx="0" clrIdx="576"/>
  <p:cmAuthor id="21" name="骆倩怡_Znauj26B" initials="authorId_382814100" lastIdx="0" clrIdx="20"/>
  <p:cmAuthor id="578" name="席美娟" initials="席" lastIdx="0" clrIdx="577"/>
  <p:cmAuthor id="22" name="WPS_1679281038" initials="W" lastIdx="0" clrIdx="21"/>
  <p:cmAuthor id="579" name="a11" initials="a" lastIdx="0" clrIdx="578"/>
  <p:cmAuthor id="23" name="AbuSina" initials="A" lastIdx="0" clrIdx="22"/>
  <p:cmAuthor id="580" name="kokuakikawa" initials="k" lastIdx="0" clrIdx="579"/>
  <p:cmAuthor id="24" name="刘思蜀" initials="刘" lastIdx="0" clrIdx="23"/>
  <p:cmAuthor id="25" name="User" initials="U" lastIdx="0" clrIdx="24"/>
  <p:cmAuthor id="26" name="Michelle" initials="M" lastIdx="0" clrIdx="25"/>
  <p:cmAuthor id="27" name="Admin" initials="A" lastIdx="0" clrIdx="26"/>
  <p:cmAuthor id="28" name="Qi Wu" initials="" lastIdx="0" clrIdx="27"/>
  <p:cmAuthor id="29" name="gogoer75@126.com" initials=" [7]" lastIdx="0" clrIdx="28"/>
  <p:cmAuthor id="30" name="张 未" initials="张" lastIdx="0" clrIdx="29"/>
  <p:cmAuthor id="31" name="Biying Yang (PGT)" initials="BY(" lastIdx="0" clrIdx="30"/>
  <p:cmAuthor id="32" name="huanhuan" initials="h" lastIdx="0" clrIdx="31"/>
  <p:cmAuthor id="33" name="user" initials="u" lastIdx="0" clrIdx="32"/>
  <p:cmAuthor id="34" name="Air" initials="A" lastIdx="0" clrIdx="33"/>
  <p:cmAuthor id="35" name="97073" initials="9" lastIdx="0" clrIdx="34"/>
  <p:cmAuthor id="36" name="gaoch" initials="g" lastIdx="0" clrIdx="35"/>
  <p:cmAuthor id="37" name="64467" initials="6" lastIdx="0" clrIdx="36"/>
  <p:cmAuthor id="38" name="刘超" initials="刘" lastIdx="0" clrIdx="37"/>
  <p:cmAuthor id="39" name="penny" initials="p" lastIdx="0" clrIdx="38"/>
  <p:cmAuthor id="40" name="zhuangyunpeijason@gmail.com" initials="z" lastIdx="0" clrIdx="39"/>
  <p:cmAuthor id="41" name="Sylvie_qQJzjiQR" initials="authorId_73109018" lastIdx="0" clrIdx="40"/>
  <p:cmAuthor id="42" name="石存" initials="石" lastIdx="0" clrIdx="41"/>
  <p:cmAuthor id="43" name="Baseus" initials="B" lastIdx="0" clrIdx="42"/>
  <p:cmAuthor id="44" name="Haiyue" initials="H" lastIdx="0" clrIdx="43"/>
  <p:cmAuthor id="45" name="Gilbert, Kenneth" initials="GK" lastIdx="0" clrIdx="44"/>
  <p:cmAuthor id="46" name="PIERRON Julien" initials="PJ" lastIdx="0" clrIdx="45"/>
  <p:cmAuthor id="47" name="Wen Martin" initials="WM" lastIdx="0" clrIdx="46"/>
  <p:cmAuthor id="48" name="Penny Law" initials="l" lastIdx="0" clrIdx="47"/>
  <p:cmAuthor id="49" name="陆薇" initials="陆" lastIdx="0" clrIdx="48"/>
  <p:cmAuthor id="50" name="yangy" initials="y" lastIdx="0" clrIdx="49"/>
  <p:cmAuthor id="51" name="宋昆" initials="宋" lastIdx="0" clrIdx="50"/>
  <p:cmAuthor id="52" name="xiong" initials="x" lastIdx="0" clrIdx="51"/>
  <p:cmAuthor id="53" name="Sandra" initials="S" lastIdx="0" clrIdx="52"/>
  <p:cmAuthor id="54" name="未知用户23" initials="未" lastIdx="0" clrIdx="53"/>
  <p:cmAuthor id="55" name="未知用户24" initials="未" lastIdx="0" clrIdx="54"/>
  <p:cmAuthor id="56" name="陈蕾" initials="陈" lastIdx="0" clrIdx="55"/>
  <p:cmAuthor id="57" name="Lydia" initials="L" lastIdx="0" clrIdx="56"/>
  <p:cmAuthor id="58" name="China" initials="C" lastIdx="0" clrIdx="57"/>
  <p:cmAuthor id="59" name="番茄花园" initials="番" lastIdx="0" clrIdx="58"/>
  <p:cmAuthor id="60" name="LiWei" initials="L" lastIdx="0" clrIdx="59"/>
  <p:cmAuthor id="61" name="未知用户1" initials="未" lastIdx="0" clrIdx="60"/>
  <p:cmAuthor id="62" name="feng wei" initials="f" lastIdx="0" clrIdx="61"/>
  <p:cmAuthor id="63" name="86136" initials="8" lastIdx="0" clrIdx="62"/>
  <p:cmAuthor id="64" name="Picc" initials="P" lastIdx="0" clrIdx="63"/>
  <p:cmAuthor id="65" name="CommUser" initials="C" lastIdx="0" clrIdx="64"/>
  <p:cmAuthor id="66" name="tong" initials="t" lastIdx="0" clrIdx="65"/>
  <p:cmAuthor id="67" name="Hi_ Young" initials="H" lastIdx="0" clrIdx="66"/>
  <p:cmAuthor id="68" name="zhenwb" initials="z" lastIdx="0" clrIdx="67"/>
  <p:cmAuthor id="69" name="ASUS" initials="A" lastIdx="0" clrIdx="68"/>
  <p:cmAuthor id="70" name="Bonan Qi" initials="B" lastIdx="0" clrIdx="69"/>
  <p:cmAuthor id="71" name="未知用户2" initials="未" lastIdx="0" clrIdx="70"/>
  <p:cmAuthor id="72" name="yaoxiaojun" initials="y" lastIdx="0" clrIdx="71"/>
  <p:cmAuthor id="73" name="tplife" initials="t" lastIdx="0" clrIdx="72"/>
  <p:cmAuthor id="74" name="WHTP" initials="W" lastIdx="0" clrIdx="73"/>
  <p:cmAuthor id="75" name="wangcz2" initials="w" lastIdx="0" clrIdx="74"/>
  <p:cmAuthor id="76" name="未知用户6" initials="未" lastIdx="0" clrIdx="75"/>
  <p:cmAuthor id="77" name="tianan" initials="t" lastIdx="0" clrIdx="76"/>
  <p:cmAuthor id="78" name="余潇迎" initials="余" lastIdx="0" clrIdx="77"/>
  <p:cmAuthor id="79" name="Microsoft" initials="M" lastIdx="0" clrIdx="78"/>
  <p:cmAuthor id="80" name="w" initials="w" lastIdx="0" clrIdx="79"/>
  <p:cmAuthor id="81" name="未知用户5" initials="未" lastIdx="0" clrIdx="80"/>
  <p:cmAuthor id="82" name="未知用户8" initials="未" lastIdx="0" clrIdx="81"/>
  <p:cmAuthor id="83" name="陈 橙橙" initials="陈" lastIdx="0" clrIdx="82"/>
  <p:cmAuthor id="84" name="viola_yang" initials="v" lastIdx="0" clrIdx="83"/>
  <p:cmAuthor id="85" name="FrogPrince1121" initials="F" lastIdx="0" clrIdx="84"/>
  <p:cmAuthor id="86" name="未知用户12" initials="未" lastIdx="0" clrIdx="85"/>
  <p:cmAuthor id="87" name="jiansheng li" initials="j" lastIdx="0" clrIdx="86"/>
  <p:cmAuthor id="88" name="李增增" initials="李" lastIdx="0" clrIdx="87"/>
  <p:cmAuthor id="89" name="刘风香" initials="刘" lastIdx="0" clrIdx="88"/>
  <p:cmAuthor id="90" name="video" initials="v" lastIdx="0" clrIdx="89"/>
  <p:cmAuthor id="91" name="朱雪松" initials="朱" lastIdx="0" clrIdx="90"/>
  <p:cmAuthor id="92" name="郭禹希" initials="郭" lastIdx="0" clrIdx="91"/>
  <p:cmAuthor id="93" name="YZB" initials="Y" lastIdx="0" clrIdx="92"/>
  <p:cmAuthor id="94" name="yiwei zhu" initials="y" lastIdx="0" clrIdx="93"/>
  <p:cmAuthor id="95" name="吕震" initials="吕" lastIdx="0" clrIdx="94"/>
  <p:cmAuthor id="96" name="吴岩" initials="吴" lastIdx="0" clrIdx="95"/>
  <p:cmAuthor id="97" name="Microsoft Office 用户" initials="" lastIdx="0" clrIdx="96"/>
  <p:cmAuthor id="98" name="wangyi" initials="w" lastIdx="0" clrIdx="97"/>
  <p:cmAuthor id="99" name="lingwei.huang 黄灵伟 &lt;lingwei.huang@goodbaby.com&gt;" initials="l黄&lt;" lastIdx="0" clrIdx="98"/>
  <p:cmAuthor id="100" name="LIU, Yan Jun" initials="LYJ" lastIdx="0" clrIdx="99"/>
  <p:cmAuthor id="101" name="GU, Cheng Chao" initials="GCC" lastIdx="0" clrIdx="100"/>
  <p:cmAuthor id="102" name="EDZ" initials="E" lastIdx="0" clrIdx="101"/>
  <p:cmAuthor id="103" name="20040304" initials="王犇" lastIdx="0" clrIdx="102"/>
  <p:cmAuthor id="104" name="未知用户4" initials="未" lastIdx="0" clrIdx="103"/>
  <p:cmAuthor id="105" name="Jason" initials="J" lastIdx="0" clrIdx="104"/>
  <p:cmAuthor id="106" name="xiaofangyang" initials="x" lastIdx="0" clrIdx="105"/>
  <p:cmAuthor id="107" name="lll" initials="l" lastIdx="0" clrIdx="106"/>
  <p:cmAuthor id="108" name="levi.liu" initials="l" lastIdx="0" clrIdx="107"/>
  <p:cmAuthor id="109" name=" " initials=" " lastIdx="0" clrIdx="108"/>
  <p:cmAuthor id="110" name="未知用户7" initials="未" lastIdx="0" clrIdx="109"/>
  <p:cmAuthor id="111" name="威 徐" initials="威" lastIdx="0" clrIdx="110"/>
  <p:cmAuthor id="112" name="Hewlett-Packard Company" initials="H" lastIdx="0" clrIdx="111"/>
  <p:cmAuthor id="113" name="20070062" initials="2" lastIdx="0" clrIdx="112"/>
  <p:cmAuthor id="114" name="肖华 施" initials="肖" lastIdx="0" clrIdx="113"/>
  <p:cmAuthor id="115" name="刘虎" initials="刘" lastIdx="0" clrIdx="114"/>
  <p:cmAuthor id="116" name="sujy" initials="s" lastIdx="0" clrIdx="115"/>
  <p:cmAuthor id="117" name="dingyuemei" initials="d" lastIdx="0" clrIdx="116"/>
  <p:cmAuthor id="118" name="未知用户22" initials="未" lastIdx="0" clrIdx="117"/>
  <p:cmAuthor id="119" name="86183" initials="8" lastIdx="0" clrIdx="118"/>
  <p:cmAuthor id="120" name="catlaohu" initials="c" lastIdx="0" clrIdx="119"/>
  <p:cmAuthor id="121" name="史其淼" initials="史" lastIdx="0" clrIdx="120"/>
  <p:cmAuthor id="122" name="胡君" initials="胡" lastIdx="0" clrIdx="121"/>
  <p:cmAuthor id="123" name="andrea_feng" initials="a" lastIdx="0" clrIdx="122"/>
  <p:cmAuthor id="124" name="罗彬" initials="罗" lastIdx="0" clrIdx="123"/>
  <p:cmAuthor id="125" name="未知用户21" initials="未" lastIdx="0" clrIdx="124"/>
  <p:cmAuthor id="126" name="薛飞飞" initials="薛" lastIdx="0" clrIdx="125"/>
  <p:cmAuthor id="127" name="未知用户146" initials="未" lastIdx="0" clrIdx="126"/>
  <p:cmAuthor id="128" name="Lin, Yongchuan" initials="L" lastIdx="0" clrIdx="127"/>
  <p:cmAuthor id="129" name="张金玉" initials="张" lastIdx="0" clrIdx="128"/>
  <p:cmAuthor id="130" name="永平 李" initials="永" lastIdx="0" clrIdx="129"/>
  <p:cmAuthor id="131" name="贾红喜" initials="贾" lastIdx="0" clrIdx="130"/>
  <p:cmAuthor id="132" name="宋志强" initials="宋志强" lastIdx="0" clrIdx="131"/>
  <p:cmAuthor id="133" name="张成真" initials="张" lastIdx="0" clrIdx="132"/>
  <p:cmAuthor id="134" name="????" initials="?" lastIdx="0" clrIdx="133"/>
  <p:cmAuthor id="135" name="萧然" initials="萧" lastIdx="0" clrIdx="134"/>
  <p:cmAuthor id="136" name="余志宝" initials="余" lastIdx="0" clrIdx="135"/>
  <p:cmAuthor id="137" name="张大海" initials="张" lastIdx="0" clrIdx="136"/>
  <p:cmAuthor id="138" name="王向妮" initials="王向妮" lastIdx="0" clrIdx="137"/>
  <p:cmAuthor id="139" name="Azfar Mir" initials="A" lastIdx="0" clrIdx="138"/>
  <p:cmAuthor id="140" name="蔡江林" initials="蔡" lastIdx="0" clrIdx="139"/>
  <p:cmAuthor id="141" name="周平" initials="周" lastIdx="0" clrIdx="140"/>
  <p:cmAuthor id="142" name="王伟" initials="王" lastIdx="0" clrIdx="141"/>
  <p:cmAuthor id="143" name="姜亚荣" initials="姜" lastIdx="0" clrIdx="142"/>
  <p:cmAuthor id="144" name="杨晶" initials="杨" lastIdx="0" clrIdx="143"/>
  <p:cmAuthor id="145" name="王景红" initials="王" lastIdx="0" clrIdx="144"/>
  <p:cmAuthor id="146" name="fgx" initials="f" lastIdx="0" clrIdx="145"/>
  <p:cmAuthor id="147" name="郑汝鸿" initials="郑" lastIdx="0" clrIdx="146"/>
  <p:cmAuthor id="148" name="杨秀丰" initials="杨" lastIdx="0" clrIdx="147"/>
  <p:cmAuthor id="149" name="惠莲" initials="惠" lastIdx="0" clrIdx="148"/>
  <p:cmAuthor id="150" name="邢辰凤" initials="邢" lastIdx="0" clrIdx="149"/>
  <p:cmAuthor id="151" name="liang ma" initials="l" lastIdx="0" clrIdx="150"/>
  <p:cmAuthor id="152" name="宋俭" initials="宋" lastIdx="0" clrIdx="151"/>
  <p:cmAuthor id="153" name="马伟媛" initials="马伟媛" lastIdx="0" clrIdx="152"/>
  <p:cmAuthor id="154" name="王忠彬" initials="王忠彬" lastIdx="0" clrIdx="153"/>
  <p:cmAuthor id="155" name="Microsoft Office User" initials="MOU" lastIdx="0" clrIdx="154"/>
  <p:cmAuthor id="156" name="范作霖" initials="范" lastIdx="0" clrIdx="155"/>
  <p:cmAuthor id="157" name="rq fan" initials="r" lastIdx="0" clrIdx="156"/>
  <p:cmAuthor id="158" name="李永欣" initials="李" lastIdx="0" clrIdx="157"/>
  <p:cmAuthor id="159" name="仝德志" initials="仝" lastIdx="0" clrIdx="158"/>
  <p:cmAuthor id="160" name="未知用户26" initials="未" lastIdx="0" clrIdx="159"/>
  <p:cmAuthor id="161" name="未知用户27" initials="未" lastIdx="0" clrIdx="160"/>
  <p:cmAuthor id="162" name="未知用户28" initials="未" lastIdx="0" clrIdx="161"/>
  <p:cmAuthor id="163" name="未知用户29" initials="未" lastIdx="0" clrIdx="162"/>
  <p:cmAuthor id="164" name="未知用户30" initials="未" lastIdx="0" clrIdx="163"/>
  <p:cmAuthor id="165" name="administrator1" initials="a" lastIdx="0" clrIdx="164"/>
  <p:cmAuthor id="166" name="杜雪梅" initials="杜" lastIdx="0" clrIdx="165"/>
  <p:cmAuthor id="167" name="gtmc" initials="g" lastIdx="0" clrIdx="166"/>
  <p:cmAuthor id="168" name="chunsong_hu" initials="c" lastIdx="0" clrIdx="167"/>
  <p:cmAuthor id="169" name="张雁" initials="张" lastIdx="0" clrIdx="168"/>
  <p:cmAuthor id="170" name="贾清山" initials="贾" lastIdx="0" clrIdx="169"/>
  <p:cmAuthor id="171" name="陈桂枝" initials="陈" lastIdx="0" clrIdx="170"/>
  <p:cmAuthor id="172" name="王向羽" initials="王" lastIdx="0" clrIdx="171"/>
  <p:cmAuthor id="173" name="thinkpad" initials="t" lastIdx="0" clrIdx="172"/>
  <p:cmAuthor id="174" name="LEO L" initials="L" lastIdx="0" clrIdx="173"/>
  <p:cmAuthor id="175" name="马海燕" initials="马" lastIdx="0" clrIdx="174"/>
  <p:cmAuthor id="176" name="libin1204@163.com" initials="l" lastIdx="0" clrIdx="175"/>
  <p:cmAuthor id="177" name="Qingyunli" initials="Q" lastIdx="0" clrIdx="176"/>
  <p:cmAuthor id="178" name="吴军" initials="吴" lastIdx="0" clrIdx="177"/>
  <p:cmAuthor id="179" name="USER" initials="U" lastIdx="0" clrIdx="178"/>
  <p:cmAuthor id="180" name="陈尚文" initials="陈" lastIdx="0" clrIdx="179"/>
  <p:cmAuthor id="181" name="张宏伟" initials="张" lastIdx="0" clrIdx="180"/>
  <p:cmAuthor id="182" name="Yuan Hu" initials="Y" lastIdx="0" clrIdx="181"/>
  <p:cmAuthor id="183" name="Pei" initials="P" lastIdx="0" clrIdx="182"/>
  <p:cmAuthor id="184" name="徐光宇" initials="徐" lastIdx="0" clrIdx="183"/>
  <p:cmAuthor id="185" name="mac" initials="m" lastIdx="0" clrIdx="184"/>
  <p:cmAuthor id="186" name="Liu, Leo (MBSHR cs)" initials="L" lastIdx="0" clrIdx="185"/>
  <p:cmAuthor id="187" name="刘豹" initials="刘" lastIdx="0" clrIdx="186"/>
  <p:cmAuthor id="188" name="张艳芳" initials="张" lastIdx="0" clrIdx="187"/>
  <p:cmAuthor id="189" name="刘广艳" initials="刘" lastIdx="0" clrIdx="188"/>
  <p:cmAuthor id="190" name="邹积逊" initials="邹" lastIdx="0" clrIdx="189"/>
  <p:cmAuthor id="191" name="yangyanxia" initials="y" lastIdx="0" clrIdx="190"/>
  <p:cmAuthor id="192" name="刘春辉" initials="刘" lastIdx="0" clrIdx="191"/>
  <p:cmAuthor id="193" name="Youwen Sun" initials="Y" lastIdx="0" clrIdx="192"/>
  <p:cmAuthor id="194" name="杜娇龙" initials="杜" lastIdx="0" clrIdx="193"/>
  <p:cmAuthor id="195" name="张钦" initials="张" lastIdx="0" clrIdx="194"/>
  <p:cmAuthor id="196" name="涛娜" initials="涛" lastIdx="0" clrIdx="195"/>
  <p:cmAuthor id="197" name="李丽华" initials="李" lastIdx="0" clrIdx="196"/>
  <p:cmAuthor id="198" name="王志虎" initials="王" lastIdx="0" clrIdx="197"/>
  <p:cmAuthor id="199" name="魏永生" initials="魏" lastIdx="0" clrIdx="198"/>
  <p:cmAuthor id="200" name="Zhou, Judy" initials="Z" lastIdx="0" clrIdx="199"/>
  <p:cmAuthor id="201" name="刘" initials="刘" lastIdx="0" clrIdx="200"/>
  <p:cmAuthor id="202" name="侯 林" initials="侯" lastIdx="0" clrIdx="201"/>
  <p:cmAuthor id="203" name="孙大威" initials="孙" lastIdx="0" clrIdx="202"/>
  <p:cmAuthor id="204" name="郝志永" initials="郝" lastIdx="0" clrIdx="203"/>
  <p:cmAuthor id="205" name="李明" initials="李" lastIdx="0" clrIdx="204"/>
  <p:cmAuthor id="206" name="徐仕超" initials="徐" lastIdx="0" clrIdx="205"/>
  <p:cmAuthor id="207" name="Lzy" initials="L" lastIdx="0" clrIdx="206"/>
  <p:cmAuthor id="208" name="周满红" initials="周" lastIdx="0" clrIdx="207"/>
  <p:cmAuthor id="209" name="张春贤" initials="张" lastIdx="0" clrIdx="208"/>
  <p:cmAuthor id="210" name="张 开阔" initials="张" lastIdx="0" clrIdx="209"/>
  <p:cmAuthor id="211" name="任勇" initials="任" lastIdx="0" clrIdx="210"/>
  <p:cmAuthor id="212" name="李天骄" initials="李" lastIdx="0" clrIdx="211"/>
  <p:cmAuthor id="213" name="王川雪" initials="王" lastIdx="0" clrIdx="212"/>
  <p:cmAuthor id="214" name="仵新荣" initials="仵" lastIdx="0" clrIdx="213"/>
  <p:cmAuthor id="215" name="樊革霞" initials="樊" lastIdx="0" clrIdx="214"/>
  <p:cmAuthor id="216" name="宋少霞" initials="宋" lastIdx="0" clrIdx="215"/>
  <p:cmAuthor id="217" name="刘艳龙" initials="刘" lastIdx="0" clrIdx="216"/>
  <p:cmAuthor id="218" name="席金煜" initials="席" lastIdx="0" clrIdx="217"/>
  <p:cmAuthor id="219" name="樊佳佳" initials="樊" lastIdx="0" clrIdx="218"/>
  <p:cmAuthor id="220" name="刘传坤" initials="刘" lastIdx="0" clrIdx="219"/>
  <p:cmAuthor id="221" name="covslj" initials="c" lastIdx="0" clrIdx="220"/>
  <p:cmAuthor id="222" name="未知用户43" initials="未" lastIdx="0" clrIdx="221"/>
  <p:cmAuthor id="223" name="未知用户40" initials="未" lastIdx="0" clrIdx="222"/>
  <p:cmAuthor id="224" name="未知用户41" initials="未" lastIdx="0" clrIdx="223"/>
  <p:cmAuthor id="225" name="未知用户42" initials="未" lastIdx="0" clrIdx="224"/>
  <p:cmAuthor id="226" name="未知用户36" initials="未" lastIdx="0" clrIdx="225"/>
  <p:cmAuthor id="227" name="未知用户37" initials="未" lastIdx="0" clrIdx="226"/>
  <p:cmAuthor id="228" name="未知用户38" initials="未" lastIdx="0" clrIdx="227"/>
  <p:cmAuthor id="229" name="未知用户39" initials="未" lastIdx="0" clrIdx="228"/>
  <p:cmAuthor id="230" name="未知用户44" initials="未" lastIdx="0" clrIdx="229"/>
  <p:cmAuthor id="231" name="未知用户45" initials="未" lastIdx="0" clrIdx="230"/>
  <p:cmAuthor id="232" name="未知用户46" initials="未" lastIdx="0" clrIdx="231"/>
  <p:cmAuthor id="233" name="未知用户47" initials="未" lastIdx="0" clrIdx="232"/>
  <p:cmAuthor id="234" name="未知用户48" initials="未" lastIdx="0" clrIdx="233"/>
  <p:cmAuthor id="235" name="未知用户49" initials="未" lastIdx="0" clrIdx="234"/>
  <p:cmAuthor id="236" name="未知用户50" initials="未" lastIdx="0" clrIdx="235"/>
  <p:cmAuthor id="237" name="未知用户51" initials="未" lastIdx="0" clrIdx="236"/>
  <p:cmAuthor id="238" name="未知用户52" initials="未" lastIdx="0" clrIdx="237"/>
  <p:cmAuthor id="239" name="未知用户53" initials="未" lastIdx="0" clrIdx="238"/>
  <p:cmAuthor id="240" name="未知用户54" initials="未" lastIdx="0" clrIdx="239"/>
  <p:cmAuthor id="241" name="未知用户55" initials="未" lastIdx="0" clrIdx="240"/>
  <p:cmAuthor id="242" name="未知用户56" initials="未" lastIdx="0" clrIdx="241"/>
  <p:cmAuthor id="243" name="未知用户62" initials="未" lastIdx="0" clrIdx="242"/>
  <p:cmAuthor id="244" name="未知用户63" initials="未" lastIdx="0" clrIdx="243"/>
  <p:cmAuthor id="245" name="未知用户64" initials="未" lastIdx="0" clrIdx="244"/>
  <p:cmAuthor id="246" name="未知用户65" initials="未" lastIdx="0" clrIdx="245"/>
  <p:cmAuthor id="247" name="未知用户66" initials="未" lastIdx="0" clrIdx="246"/>
  <p:cmAuthor id="248" name="未知用户67" initials="未" lastIdx="0" clrIdx="247"/>
  <p:cmAuthor id="249" name="未知用户68" initials="未" lastIdx="0" clrIdx="248"/>
  <p:cmAuthor id="250" name="未知用户69" initials="未" lastIdx="0" clrIdx="249"/>
  <p:cmAuthor id="251" name="未知用户70" initials="未" lastIdx="0" clrIdx="250"/>
  <p:cmAuthor id="252" name="未知用户71" initials="未" lastIdx="0" clrIdx="251"/>
  <p:cmAuthor id="253" name="未知用户72" initials="未" lastIdx="0" clrIdx="252"/>
  <p:cmAuthor id="254" name="未知用户73" initials="未" lastIdx="0" clrIdx="253"/>
  <p:cmAuthor id="255" name="未知用户74" initials="未" lastIdx="0" clrIdx="254"/>
  <p:cmAuthor id="256" name="未知用户75" initials="未" lastIdx="0" clrIdx="255"/>
  <p:cmAuthor id="257" name="未知用户76" initials="未" lastIdx="0" clrIdx="256"/>
  <p:cmAuthor id="258" name="未知用户77" initials="未" lastIdx="0" clrIdx="257"/>
  <p:cmAuthor id="259" name="未知用户78" initials="未" lastIdx="0" clrIdx="258"/>
  <p:cmAuthor id="260" name="未知用户79" initials="未" lastIdx="0" clrIdx="259"/>
  <p:cmAuthor id="261" name="未知用户80" initials="未" lastIdx="0" clrIdx="260"/>
  <p:cmAuthor id="262" name="未知用户81" initials="未" lastIdx="0" clrIdx="261"/>
  <p:cmAuthor id="263" name="未知用户82" initials="未" lastIdx="0" clrIdx="262"/>
  <p:cmAuthor id="264" name="未知用户83" initials="未" lastIdx="0" clrIdx="263"/>
  <p:cmAuthor id="265" name="未知用户84" initials="未" lastIdx="0" clrIdx="264"/>
  <p:cmAuthor id="266" name="未知用户85" initials="未" lastIdx="0" clrIdx="265"/>
  <p:cmAuthor id="267" name="未知用户86" initials="未" lastIdx="0" clrIdx="266"/>
  <p:cmAuthor id="268" name="未知用户87" initials="未" lastIdx="0" clrIdx="267"/>
  <p:cmAuthor id="269" name="未知用户88" initials="未" lastIdx="0" clrIdx="268"/>
  <p:cmAuthor id="270" name="未知用户89" initials="未" lastIdx="0" clrIdx="269"/>
  <p:cmAuthor id="271" name="未知用户90" initials="未" lastIdx="0" clrIdx="270"/>
  <p:cmAuthor id="272" name="未知用户91" initials="未" lastIdx="0" clrIdx="271"/>
  <p:cmAuthor id="273" name="未知用户92" initials="未" lastIdx="0" clrIdx="272"/>
  <p:cmAuthor id="274" name="未知用户93" initials="未" lastIdx="0" clrIdx="273"/>
  <p:cmAuthor id="275" name="未知用户94" initials="未" lastIdx="0" clrIdx="274"/>
  <p:cmAuthor id="276" name="未知用户95" initials="未" lastIdx="0" clrIdx="275"/>
  <p:cmAuthor id="277" name="未知用户96" initials="未" lastIdx="0" clrIdx="276"/>
  <p:cmAuthor id="278" name="未知用户97" initials="未" lastIdx="0" clrIdx="277"/>
  <p:cmAuthor id="279" name="未知用户98" initials="未" lastIdx="0" clrIdx="278"/>
  <p:cmAuthor id="280" name="未知用户99" initials="未" lastIdx="0" clrIdx="279"/>
  <p:cmAuthor id="281" name="未知用户100" initials="未" lastIdx="0" clrIdx="280"/>
  <p:cmAuthor id="282" name="李刚" initials="李" lastIdx="0" clrIdx="281"/>
  <p:cmAuthor id="283" name="朋 王" initials="朋" lastIdx="0" clrIdx="282"/>
  <p:cmAuthor id="284" name="段振华" initials="段" lastIdx="0" clrIdx="283"/>
  <p:cmAuthor id="285" name="沈永强" initials="沈" lastIdx="0" clrIdx="284"/>
  <p:cmAuthor id="286" name="未知用户139" initials="未" lastIdx="0" clrIdx="285"/>
  <p:cmAuthor id="287" name="云峰 贾" initials="云" lastIdx="0" clrIdx="286"/>
  <p:cmAuthor id="288" name="马红" initials="马" lastIdx="0" clrIdx="287"/>
  <p:cmAuthor id="289" name="杨彦伟" initials="杨" lastIdx="0" clrIdx="288"/>
  <p:cmAuthor id="290" name="未知用户135" initials="未" lastIdx="0" clrIdx="289"/>
  <p:cmAuthor id="291" name="武森" initials="武" lastIdx="0" clrIdx="290"/>
  <p:cmAuthor id="292" name="wangshiqi98@outlook.com" initials="w" lastIdx="0" clrIdx="291"/>
  <p:cmAuthor id="293" name="Mia Vida Villanueva" initials="M" lastIdx="0" clrIdx="292"/>
  <p:cmAuthor id="294" name="billy" initials="b" lastIdx="0" clrIdx="293"/>
  <p:cmAuthor id="295" name="ninghy" initials="n" lastIdx="0" clrIdx="294"/>
  <p:cmAuthor id="296" name="huiyang425" initials="h" lastIdx="0" clrIdx="295"/>
  <p:cmAuthor id="297" name="GaryW" initials="G" lastIdx="0" clrIdx="296"/>
  <p:cmAuthor id="298" name="e-works" initials="e" lastIdx="0" clrIdx="297"/>
  <p:cmAuthor id="299" name="未知用户3" initials="未" lastIdx="0" clrIdx="298"/>
  <p:cmAuthor id="300" name="Katz, Kathleen" initials="KK" lastIdx="0" clrIdx="299"/>
  <p:cmAuthor id="301" name="ivan" initials="i" lastIdx="0" clrIdx="300"/>
  <p:cmAuthor id="302" name="姜莉萍" initials="姜" lastIdx="0" clrIdx="301"/>
  <p:cmAuthor id="303" name="caiye" initials="c" lastIdx="0" clrIdx="302"/>
  <p:cmAuthor id="304" name="sxp" initials="s" lastIdx="0" clrIdx="303"/>
  <p:cmAuthor id="305" name="wuxiaomei1" initials="w" lastIdx="0" clrIdx="304"/>
  <p:cmAuthor id="306" name="pengliyuan" initials="p" lastIdx="0" clrIdx="305"/>
  <p:cmAuthor id="307" name="huangkaozhong" initials="h" lastIdx="0" clrIdx="306"/>
  <p:cmAuthor id="308" name="Helen Yanfei Luo" initials="H" lastIdx="0" clrIdx="307"/>
  <p:cmAuthor id="309" name="马玥" initials="authorId_423935466" lastIdx="0" clrIdx="308"/>
  <p:cmAuthor id="310" name="Song, Cathy" initials="S" lastIdx="0" clrIdx="309"/>
  <p:cmAuthor id="311" name="未知用户13" initials="未" lastIdx="0" clrIdx="310"/>
  <p:cmAuthor id="312" name="未知用户20" initials="未" lastIdx="0" clrIdx="311"/>
  <p:cmAuthor id="313" name="asuse" initials="a" lastIdx="0" clrIdx="312"/>
  <p:cmAuthor id="314" name="Lenovo User" initials="L" lastIdx="0" clrIdx="313"/>
  <p:cmAuthor id="315" name="朱绍春" initials="朱" lastIdx="0" clrIdx="314"/>
  <p:cmAuthor id="316" name="邹洋" initials="邹" lastIdx="0" clrIdx="315"/>
  <p:cmAuthor id="317" name="孟祥超" initials="孟" lastIdx="0" clrIdx="316"/>
  <p:cmAuthor id="318" name="Jiang" initials="J" lastIdx="0" clrIdx="317"/>
  <p:cmAuthor id="319" name="amyzhang" initials="a" lastIdx="0" clrIdx="318"/>
  <p:cmAuthor id="320" name="Microsoft 帐户" initials="M" lastIdx="0" clrIdx="319"/>
  <p:cmAuthor id="321" name="12032" initials="1" lastIdx="0" clrIdx="320"/>
  <p:cmAuthor id="322" name="USER-" initials="U" lastIdx="0" clrIdx="321"/>
  <p:cmAuthor id="323" name="asdfghjkl" initials="a" lastIdx="0" clrIdx="322"/>
  <p:cmAuthor id="324" name="111" initials="1" lastIdx="0" clrIdx="323"/>
  <p:cmAuthor id="325" name="Melissa Li" initials="ML" lastIdx="0" clrIdx="324"/>
  <p:cmAuthor id="326" name="Mary Feil-Jacobs" initials="M" lastIdx="0" clrIdx="325"/>
  <p:cmAuthor id="327" name="王昕朝闻道" initials="王" lastIdx="0" clrIdx="326"/>
  <p:cmAuthor id="328" name="r211401" initials="r" lastIdx="0" clrIdx="327"/>
  <p:cmAuthor id="329" name="dsl" initials="d" lastIdx="0" clrIdx="328"/>
  <p:cmAuthor id="330" name="tutu" initials="t" lastIdx="0" clrIdx="329"/>
  <p:cmAuthor id="331" name="tuchengrong" initials="t" lastIdx="0" clrIdx="330"/>
  <p:cmAuthor id="332" name="王习习" initials="王" lastIdx="0" clrIdx="331"/>
  <p:cmAuthor id="333" name="admin" initials="a" lastIdx="0" clrIdx="332"/>
  <p:cmAuthor id="334" name="Imported Author" initials="IA" lastIdx="0" clrIdx="333"/>
  <p:cmAuthor id="335" name="叶云年" initials="叶" lastIdx="0" clrIdx="334"/>
  <p:cmAuthor id="336" name="齐涛" initials="齐" lastIdx="0" clrIdx="335"/>
  <p:cmAuthor id="337" name="deslon" initials="d" lastIdx="0" clrIdx="336"/>
  <p:cmAuthor id="338" name="172888647@qq.com" initials="1" lastIdx="0" clrIdx="337"/>
  <p:cmAuthor id="339" name="未知的使用者149" initials="未" lastIdx="0" clrIdx="338"/>
  <p:cmAuthor id="340" name="未知的使用者150" initials="未" lastIdx="0" clrIdx="339"/>
  <p:cmAuthor id="341" name="未知的使用者166" initials="未" lastIdx="0" clrIdx="340"/>
  <p:cmAuthor id="342" name="未知的使用者167" initials="未" lastIdx="0" clrIdx="341"/>
  <p:cmAuthor id="343" name="未知的使用者159" initials="未" lastIdx="0" clrIdx="342"/>
  <p:cmAuthor id="344" name="未知的使用者160" initials="未" lastIdx="0" clrIdx="343"/>
  <p:cmAuthor id="345" name="未知的使用者168" initials="未" lastIdx="0" clrIdx="344"/>
  <p:cmAuthor id="346" name="未知的使用者169" initials="未" lastIdx="0" clrIdx="345"/>
  <p:cmAuthor id="347" name="未知的使用者117" initials="未" lastIdx="0" clrIdx="346"/>
  <p:cmAuthor id="348" name="未知的使用者115" initials="未" lastIdx="0" clrIdx="347"/>
  <p:cmAuthor id="349" name="未知的使用者119" initials="未" lastIdx="0" clrIdx="348"/>
  <p:cmAuthor id="350" name="未知的使用者198" initials="未" lastIdx="0" clrIdx="349"/>
  <p:cmAuthor id="351" name="未知的使用者205" initials="未" lastIdx="0" clrIdx="350"/>
  <p:cmAuthor id="352" name="未知的使用者200" initials="未" lastIdx="0" clrIdx="351"/>
  <p:cmAuthor id="353" name="未知的使用者181" initials="未" lastIdx="0" clrIdx="352"/>
  <p:cmAuthor id="354" name="未知的使用者194" initials="未" lastIdx="0" clrIdx="353"/>
  <p:cmAuthor id="355" name="未知的使用者182" initials="未" lastIdx="0" clrIdx="354"/>
  <p:cmAuthor id="356" name="未知的使用者183" initials="未" lastIdx="0" clrIdx="355"/>
  <p:cmAuthor id="357" name="未知的使用者184" initials="未" lastIdx="0" clrIdx="356"/>
  <p:cmAuthor id="358" name="未知的使用者185" initials="未" lastIdx="0" clrIdx="357"/>
  <p:cmAuthor id="359" name="未知的使用者186" initials="未" lastIdx="0" clrIdx="358"/>
  <p:cmAuthor id="360" name="未知的使用者187" initials="未" lastIdx="0" clrIdx="359"/>
  <p:cmAuthor id="361" name="未知的使用者201" initials="未" lastIdx="0" clrIdx="360"/>
  <p:cmAuthor id="362" name="未知的使用者202" initials="未" lastIdx="0" clrIdx="361"/>
  <p:cmAuthor id="363" name="qihua-DCMS" initials="q" lastIdx="0" clrIdx="362"/>
  <p:cmAuthor id="364" name="未知的使用者171" initials="未" lastIdx="0" clrIdx="363"/>
  <p:cmAuthor id="365" name="未知的使用者195" initials="未" lastIdx="0" clrIdx="364"/>
  <p:cmAuthor id="366" name="未知的使用者173" initials="未" lastIdx="0" clrIdx="365"/>
  <p:cmAuthor id="367" name="Jason Wang" initials="J" lastIdx="0" clrIdx="366"/>
  <p:cmAuthor id="368" name="未知的使用者196" initials="未" lastIdx="0" clrIdx="367"/>
  <p:cmAuthor id="369" name="未知的使用者175" initials="未" lastIdx="0" clrIdx="368"/>
  <p:cmAuthor id="370" name="未知的使用者203" initials="未" lastIdx="0" clrIdx="369"/>
  <p:cmAuthor id="371" name="未知的使用者204" initials="未" lastIdx="0" clrIdx="370"/>
  <p:cmAuthor id="372" name="未知的使用者41" initials="未" lastIdx="0" clrIdx="371"/>
  <p:cmAuthor id="373" name="未知的使用者42" initials="未" lastIdx="0" clrIdx="372"/>
  <p:cmAuthor id="374" name="未知的使用者39" initials="未" lastIdx="0" clrIdx="373"/>
  <p:cmAuthor id="375" name="未知的使用者38" initials="未" lastIdx="0" clrIdx="374"/>
  <p:cmAuthor id="376" name="未知的使用者64" initials="未" lastIdx="0" clrIdx="375"/>
  <p:cmAuthor id="377" name="未知的使用者65" initials="未" lastIdx="0" clrIdx="376"/>
  <p:cmAuthor id="378" name="未知的使用者12" initials="未" lastIdx="0" clrIdx="377"/>
  <p:cmAuthor id="379" name="未知的使用者66" initials="未" lastIdx="0" clrIdx="378"/>
  <p:cmAuthor id="380" name="未知的使用者57" initials="未" lastIdx="0" clrIdx="379"/>
  <p:cmAuthor id="381" name="未知用户35" initials="未" lastIdx="0" clrIdx="380"/>
  <p:cmAuthor id="382" name="未知的使用者9" initials="未" lastIdx="0" clrIdx="381"/>
  <p:cmAuthor id="383" name="未知的使用者27" initials="未" lastIdx="0" clrIdx="382"/>
  <p:cmAuthor id="384" name="未知的使用者28" initials="未" lastIdx="0" clrIdx="383"/>
  <p:cmAuthor id="385" name="未知用户31" initials="未" lastIdx="0" clrIdx="384"/>
  <p:cmAuthor id="386" name="未知的使用者29" initials="未" lastIdx="0" clrIdx="385"/>
  <p:cmAuthor id="387" name="未知用户32" initials="未" lastIdx="0" clrIdx="386"/>
  <p:cmAuthor id="388" name="未知的使用者21" initials="未" lastIdx="0" clrIdx="387"/>
  <p:cmAuthor id="389" name="未知用户33" initials="未" lastIdx="0" clrIdx="388"/>
  <p:cmAuthor id="390" name="未知的使用者22" initials="未" lastIdx="0" clrIdx="389"/>
  <p:cmAuthor id="391" name="未知用户34" initials="未" lastIdx="0" clrIdx="390"/>
  <p:cmAuthor id="392" name="未知的使用者23" initials="未" lastIdx="0" clrIdx="391"/>
  <p:cmAuthor id="393" name="huang gerrard" initials="h" lastIdx="0" clrIdx="392"/>
  <p:cmAuthor id="394" name="未知的使用者24" initials="未" lastIdx="0" clrIdx="393"/>
  <p:cmAuthor id="395" name="未知的使用者25" initials="未" lastIdx="0" clrIdx="394"/>
  <p:cmAuthor id="396" name="未知的使用者26" initials="未" lastIdx="0" clrIdx="395"/>
  <p:cmAuthor id="397" name="Unknown User7" initials="U" lastIdx="0" clrIdx="396"/>
  <p:cmAuthor id="398" name="Unknown User8" initials="U" lastIdx="0" clrIdx="397"/>
  <p:cmAuthor id="399" name="未知用户14" initials="未" lastIdx="0" clrIdx="398"/>
  <p:cmAuthor id="400" name="未知的使用者3" initials="未" lastIdx="0" clrIdx="399"/>
  <p:cmAuthor id="401" name="qiantong" initials="q" lastIdx="0" clrIdx="400"/>
  <p:cmAuthor id="402" name="未知的使用者16" initials="未" lastIdx="0" clrIdx="401"/>
  <p:cmAuthor id="403" name="未知的使用者30" initials="未" lastIdx="0" clrIdx="402"/>
  <p:cmAuthor id="404" name="未知的使用者31" initials="未" lastIdx="0" clrIdx="403"/>
  <p:cmAuthor id="405" name="未知的使用者32" initials="未" lastIdx="0" clrIdx="404"/>
  <p:cmAuthor id="406" name="未知的使用者51" initials="未" lastIdx="0" clrIdx="405"/>
  <p:cmAuthor id="407" name="未知的使用者53" initials="未" lastIdx="0" clrIdx="406"/>
  <p:cmAuthor id="408" name="未知的使用者46" initials="未" lastIdx="0" clrIdx="407"/>
  <p:cmAuthor id="409" name="未知用户16" initials="未" lastIdx="0" clrIdx="408"/>
  <p:cmAuthor id="410" name="未知用户17" initials="未" lastIdx="0" clrIdx="409"/>
  <p:cmAuthor id="411" name="liupeng" initials="l" lastIdx="0" clrIdx="410"/>
  <p:cmAuthor id="412" name="luxu" initials="l" lastIdx="0" clrIdx="411"/>
  <p:cmAuthor id="413" name="hl sun" initials="h" lastIdx="0" clrIdx="412"/>
  <p:cmAuthor id="414" name="未知的使用者50" initials="未" lastIdx="0" clrIdx="413"/>
  <p:cmAuthor id="415" name="未知的使用者48" initials="未" lastIdx="0" clrIdx="414"/>
  <p:cmAuthor id="416" name="未知的使用者49" initials="未" lastIdx="0" clrIdx="415"/>
  <p:cmAuthor id="417" name="Saku Uchikawa" initials="S" lastIdx="0" clrIdx="416"/>
  <p:cmAuthor id="418" name="djj" initials="d" lastIdx="0" clrIdx="417"/>
  <p:cmAuthor id="419" name="lianghb" initials="l" lastIdx="0" clrIdx="418"/>
  <p:cmAuthor id="420" name="Shawna Strickland" initials="S" lastIdx="0" clrIdx="419"/>
  <p:cmAuthor id="421" name="linyd" initials="l" lastIdx="0" clrIdx="420"/>
  <p:cmAuthor id="422" name="Ashley Eberenz" initials="A" lastIdx="0" clrIdx="421"/>
  <p:cmAuthor id="423" name="muzi wei" initials="m" lastIdx="0" clrIdx="422"/>
  <p:cmAuthor id="424" name="LeeElva" initials="L" lastIdx="0" clrIdx="423"/>
  <p:cmAuthor id="425" name="未知的使用者36" initials="未" lastIdx="0" clrIdx="424"/>
  <p:cmAuthor id="426" name="未知的使用者35" initials="未" lastIdx="0" clrIdx="425"/>
  <p:cmAuthor id="427" name="未知的使用者33" initials="未" lastIdx="0" clrIdx="426"/>
  <p:cmAuthor id="428" name="未知的使用者34" initials="未" lastIdx="0" clrIdx="427"/>
  <p:cmAuthor id="429" name="未知用户25" initials="未" lastIdx="0" clrIdx="428"/>
  <p:cmAuthor id="430" name="未知的使用者37" initials="未" lastIdx="0" clrIdx="429"/>
  <p:cmAuthor id="431" name="Harry xu" initials="H" lastIdx="0" clrIdx="430"/>
  <p:cmAuthor id="432" name="未知的使用者59" initials="未" lastIdx="0" clrIdx="431"/>
  <p:cmAuthor id="433" name="未知的使用者60" initials="未" lastIdx="0" clrIdx="432"/>
  <p:cmAuthor id="434" name="未知的使用者54" initials="未" lastIdx="0" clrIdx="433"/>
  <p:cmAuthor id="435" name="未知的使用者56" initials="未" lastIdx="0" clrIdx="434"/>
  <p:cmAuthor id="436" name="未知的使用者61" initials="未" lastIdx="0" clrIdx="435"/>
  <p:cmAuthor id="437" name="未知的使用者62" initials="未" lastIdx="0" clrIdx="436"/>
  <p:cmAuthor id="438" name="未知的使用者58" initials="未" lastIdx="0" clrIdx="437"/>
  <p:cmAuthor id="439" name="未知的使用者120" initials="未" lastIdx="0" clrIdx="438"/>
  <p:cmAuthor id="440" name="未知的使用者109" initials="未" lastIdx="0" clrIdx="439"/>
  <p:cmAuthor id="441" name="未知的使用者110" initials="未" lastIdx="0" clrIdx="440"/>
  <p:cmAuthor id="442" name="未知的使用者111" initials="未" lastIdx="0" clrIdx="441"/>
  <p:cmAuthor id="443" name="未知的使用者121" initials="未" lastIdx="0" clrIdx="442"/>
  <p:cmAuthor id="444" name="未知的使用者113" initials="未" lastIdx="0" clrIdx="443"/>
  <p:cmAuthor id="445" name="未知的使用者122" initials="未" lastIdx="0" clrIdx="444"/>
  <p:cmAuthor id="446" name="未知的使用者123" initials="未" lastIdx="0" clrIdx="445"/>
  <p:cmAuthor id="447" name="未知的使用者124" initials="未" lastIdx="0" clrIdx="446"/>
  <p:cmAuthor id="448" name="未知的使用者125" initials="未" lastIdx="0" clrIdx="447"/>
  <p:cmAuthor id="449" name="未知的使用者118" initials="未" lastIdx="0" clrIdx="448"/>
  <p:cmAuthor id="450" name="未知的使用者126" initials="未" lastIdx="0" clrIdx="449"/>
  <p:cmAuthor id="451" name="未知用户57" initials="未" lastIdx="0" clrIdx="450"/>
  <p:cmAuthor id="452" name="未知用户58" initials="未" lastIdx="0" clrIdx="451"/>
  <p:cmAuthor id="453" name="未知用户59" initials="未" lastIdx="0" clrIdx="452"/>
  <p:cmAuthor id="454" name="yuexuejun" initials="y" lastIdx="0" clrIdx="453"/>
  <p:cmAuthor id="455" name="未知的使用者74" initials="未" lastIdx="0" clrIdx="454"/>
  <p:cmAuthor id="456" name="未知的使用者76" initials="未" lastIdx="0" clrIdx="455"/>
  <p:cmAuthor id="457" name="未知的使用者70" initials="未" lastIdx="0" clrIdx="456"/>
  <p:cmAuthor id="458" name="未知的使用者73" initials="未" lastIdx="0" clrIdx="457"/>
  <p:cmAuthor id="459" name="未知的使用者67" initials="未" lastIdx="0" clrIdx="458"/>
  <p:cmAuthor id="460" name="未知的使用者68" initials="未" lastIdx="0" clrIdx="459"/>
  <p:cmAuthor id="461" name="未知的使用者69" initials="未" lastIdx="0" clrIdx="460"/>
  <p:cmAuthor id="462" name="未知的使用者43" initials="未" lastIdx="0" clrIdx="461"/>
  <p:cmAuthor id="463" name="未知的使用者40" initials="未" lastIdx="0" clrIdx="462"/>
  <p:cmAuthor id="464" name="未知的使用者55" initials="未" lastIdx="0" clrIdx="463"/>
  <p:cmAuthor id="465" name="未知的使用者52" initials="未" lastIdx="0" clrIdx="464"/>
  <p:cmAuthor id="466" name="未知的使用者72" initials="未" lastIdx="0" clrIdx="465"/>
  <p:cmAuthor id="467" name="未知的使用者71" initials="未" lastIdx="0" clrIdx="466"/>
  <p:cmAuthor id="468" name="不明使用者21" initials="不" lastIdx="0" clrIdx="467"/>
  <p:cmAuthor id="469" name="不明使用者18" initials="不" lastIdx="0" clrIdx="468"/>
  <p:cmAuthor id="470" name="不明使用者19" initials="不" lastIdx="0" clrIdx="469"/>
  <p:cmAuthor id="471" name="未知的使用者95" initials="未" lastIdx="0" clrIdx="470"/>
  <p:cmAuthor id="472" name="未知的使用者92" initials="未" lastIdx="0" clrIdx="471"/>
  <p:cmAuthor id="473" name="未知的使用者93" initials="未" lastIdx="0" clrIdx="472"/>
  <p:cmAuthor id="474" name="未知的使用者94" initials="未" lastIdx="0" clrIdx="473"/>
  <p:cmAuthor id="475" name="Christina" initials="C" lastIdx="0" clrIdx="474"/>
  <p:cmAuthor id="476" name="未知用户61" initials="未" lastIdx="0" clrIdx="475"/>
  <p:cmAuthor id="477" name="未知用户60" initials="未" lastIdx="0" clrIdx="476"/>
  <p:cmAuthor id="478" name="Unknown User24" initials="U" lastIdx="0" clrIdx="477"/>
  <p:cmAuthor id="479" name="Unknown User25" initials="U" lastIdx="0" clrIdx="478"/>
  <p:cmAuthor id="480" name="Unknown User26" initials="U" lastIdx="0" clrIdx="479"/>
  <p:cmAuthor id="481" name="Unknown User27" initials="U" lastIdx="0" clrIdx="480"/>
  <p:cmAuthor id="482" name="Unknown User28" initials="U" lastIdx="0" clrIdx="481"/>
  <p:cmAuthor id="483" name="Unknown User11" initials="U" lastIdx="0" clrIdx="482"/>
  <p:cmAuthor id="484" name="Unknown User22" initials="U" lastIdx="0" clrIdx="483"/>
  <p:cmAuthor id="485" name="Unknown User23" initials="U" lastIdx="0" clrIdx="484"/>
  <p:cmAuthor id="486" name="未知的使用者112" initials="未" lastIdx="0" clrIdx="485"/>
  <p:cmAuthor id="487" name="未知的使用者107" initials="未" lastIdx="0" clrIdx="486"/>
  <p:cmAuthor id="488" name="未知的使用者108" initials="未" lastIdx="0" clrIdx="487"/>
  <p:cmAuthor id="489" name="未知的使用者98" initials="未" lastIdx="0" clrIdx="488"/>
  <p:cmAuthor id="490" name="未知的使用者145" initials="未" lastIdx="0" clrIdx="489"/>
  <p:cmAuthor id="491" name="未知的使用者146" initials="未" lastIdx="0" clrIdx="490"/>
  <p:cmAuthor id="492" name="未知的使用者147" initials="未" lastIdx="0" clrIdx="491"/>
  <p:cmAuthor id="493" name="未知的使用者144" initials="未" lastIdx="0" clrIdx="492"/>
  <p:cmAuthor id="494" name="未知的使用者133" initials="未" lastIdx="0" clrIdx="493"/>
  <p:cmAuthor id="495" name="未知的使用者134" initials="未" lastIdx="0" clrIdx="494"/>
  <p:cmAuthor id="496" name="未知的使用者135" initials="未" lastIdx="0" clrIdx="495"/>
  <p:cmAuthor id="497" name="未知的使用者136" initials="未" lastIdx="0" clrIdx="496"/>
  <p:cmAuthor id="498" name="未知的使用者137" initials="未" lastIdx="0" clrIdx="497"/>
  <p:cmAuthor id="499" name="未知的使用者138" initials="未" lastIdx="0" clrIdx="498"/>
  <p:cmAuthor id="500" name="未知的使用者139" initials="未" lastIdx="0" clrIdx="499"/>
  <p:cmAuthor id="501" name="未知的使用者140" initials="未" lastIdx="0" clrIdx="500"/>
  <p:cmAuthor id="502" name="未知的使用者197" initials="未" lastIdx="0" clrIdx="501"/>
  <p:cmAuthor id="503" name="未知的使用者162" initials="未" lastIdx="0" clrIdx="502"/>
  <p:cmAuthor id="504" name="未知的使用者163" initials="未" lastIdx="0" clrIdx="503"/>
  <p:cmAuthor id="505" name="未知的使用者170" initials="未" lastIdx="0" clrIdx="504"/>
  <p:cmAuthor id="506" name="未知的使用者165" initials="未" lastIdx="0" clrIdx="505"/>
  <p:cmAuthor id="507" name="未知的使用者158" initials="未" lastIdx="0" clrIdx="506"/>
  <p:cmAuthor id="508" name="未知的使用者148" initials="未" lastIdx="0" clrIdx="507"/>
  <p:cmAuthor id="509" name="rita" initials="r" lastIdx="0" clrIdx="508"/>
  <p:cmAuthor id="510" name="P1063cindychen" initials="P" lastIdx="0" clrIdx="509"/>
  <p:cmAuthor id="511" name="廖麗華" initials="廖" lastIdx="0" clrIdx="510"/>
  <p:cmAuthor id="512" name="YUMINGNJ" initials="Y" lastIdx="0" clrIdx="511"/>
  <p:cmAuthor id="513" name="daphne" initials="d" lastIdx="0" clrIdx="512"/>
  <p:cmAuthor id="514" name="116304" initials="1" lastIdx="0" clrIdx="513"/>
  <p:cmAuthor id="515" name="yuanzh" initials="y" lastIdx="0" clrIdx="514"/>
  <p:cmAuthor id="516" name="曾红" initials="曾" lastIdx="0" clrIdx="515"/>
  <p:cmAuthor id="517" name="mm" initials="m" lastIdx="0" clrIdx="516"/>
  <p:cmAuthor id="518" name="周宏達JerryChou" initials="周" lastIdx="0" clrIdx="517"/>
  <p:cmAuthor id="519" name="朱晓瑜" initials="朱" lastIdx="0" clrIdx="518"/>
  <p:cmAuthor id="520" name="張秀娟" initials="張" lastIdx="0" clrIdx="519"/>
  <p:cmAuthor id="521" name="唐可欣" initials="唐" lastIdx="0" clrIdx="520"/>
  <p:cmAuthor id="522" name="王鹏凯" initials="王" lastIdx="0" clrIdx="521"/>
  <p:cmAuthor id="523" name="thomas" initials="t" lastIdx="0" clrIdx="522"/>
  <p:cmAuthor id="524" name="不明使用者20" initials="不" lastIdx="0" clrIdx="523"/>
  <p:cmAuthor id="525" name="jet" initials="j" lastIdx="0" clrIdx="524"/>
  <p:cmAuthor id="526" name="P00035_jeremy" initials="P" lastIdx="0" clrIdx="525"/>
  <p:cmAuthor id="527" name="未知的使用者13" initials="未" lastIdx="0" clrIdx="526"/>
  <p:cmAuthor id="528" name="未知的使用者14" initials="未" lastIdx="0" clrIdx="527"/>
  <p:cmAuthor id="529" name="未知的使用者7" initials="未" lastIdx="0" clrIdx="528"/>
  <p:cmAuthor id="530" name="未知的使用者8" initials="未" lastIdx="0" clrIdx="529"/>
  <p:cmAuthor id="531" name="未知的使用者11" initials="未" lastIdx="0" clrIdx="530"/>
  <p:cmAuthor id="532" name="August" initials="A" lastIdx="0" clrIdx="531"/>
  <p:cmAuthor id="533" name="未知用户15" initials="未" lastIdx="0" clrIdx="532"/>
  <p:cmAuthor id="534" name="LiuHui" initials="L" lastIdx="0" clrIdx="533"/>
  <p:cmAuthor id="535" name="冯狄" initials="冯" lastIdx="0" clrIdx="534"/>
  <p:cmAuthor id="536" name="郑展奇" initials="郑" lastIdx="0" clrIdx="535"/>
  <p:cmAuthor id="537" name="zoushumin" initials="z" lastIdx="0" clrIdx="536"/>
  <p:cmAuthor id="538" name="Hong, Yanling [JJPCN]" initials="HY[" lastIdx="0" clrIdx="537"/>
  <p:cmAuthor id="539" name="Ansel Liu 刘晖" initials="Microsof [29]" lastIdx="0" clrIdx="538"/>
  <p:cmAuthor id="540" name="王卓" initials="王" lastIdx="0" clrIdx="539"/>
  <p:cmAuthor id="541" name="田海燕" initials="田" lastIdx="0" clrIdx="540"/>
  <p:cmAuthor id="542" name="雷瓦又又" initials="雷" lastIdx="0" clrIdx="541"/>
  <p:cmAuthor id="543" name="周 怀勇" initials="周" lastIdx="0" clrIdx="542"/>
  <p:cmAuthor id="544" name="格格巫" initials="格" lastIdx="0" clrIdx="543"/>
  <p:cmAuthor id="545" name="lenov" initials="l" lastIdx="0" clrIdx="544"/>
  <p:cmAuthor id="546" name="未知用户9" initials="未知用户9" lastIdx="0" clrIdx="545"/>
  <p:cmAuthor id="547" name="未知用户10" initials="未知用户10" lastIdx="0" clrIdx="546"/>
  <p:cmAuthor id="548" name="未知用户11" initials="未知用户11" lastIdx="0" clrIdx="547"/>
  <p:cmAuthor id="549" name="未知用户18" initials="未知用户18" lastIdx="0" clrIdx="548"/>
  <p:cmAuthor id="550" name="未知用户19" initials="未知用户19" lastIdx="0" clrIdx="549"/>
  <p:cmAuthor id="551" name="高 伟华" initials="高" lastIdx="0" clrIdx="550"/>
  <p:cmAuthor id="552" name="刘丽仙" initials="刘" lastIdx="0" clrIdx="551"/>
  <p:cmAuthor id="553" name="yangkun" initials="y" lastIdx="0" clrIdx="552"/>
  <p:cmAuthor id="554" name="hys2" initials="h" lastIdx="0" clrIdx="553"/>
  <p:cmAuthor id="555" name="贡鑫" initials="贡" lastIdx="0" clrIdx="554"/>
  <p:cmAuthor id="556" name="马静" initials="马" lastIdx="0" clrIdx="55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64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M_SLOT_BODY"/>
          <p:cNvSpPr txBox="1"/>
          <p:nvPr/>
        </p:nvSpPr>
        <p:spPr>
          <a:xfrm>
            <a:off x="5820410" y="632460"/>
            <a:ext cx="4801870" cy="60350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AF958A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SCM_SLOT_CLEAR_1"/>
          <p:cNvSpPr txBox="1"/>
          <p:nvPr/>
        </p:nvSpPr>
        <p:spPr>
          <a:xfrm>
            <a:off x="10066655" y="2133600"/>
            <a:ext cx="1621790" cy="380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endParaRPr lang="zh-CN" altLang="en-US">
              <a:solidFill>
                <a:srgbClr val="A78B7F"/>
              </a:solidFill>
              <a:uFillTx/>
            </a:endParaRPr>
          </a:p>
        </p:txBody>
      </p:sp>
      <p:pic>
        <p:nvPicPr>
          <p:cNvPr id="14" name="SCM_SLOT_IMAGE_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32460"/>
            <a:ext cx="5022850" cy="5628640"/>
          </a:xfrm>
          <a:prstGeom prst="rect">
            <a:avLst/>
          </a:prstGeom>
        </p:spPr>
      </p:pic>
      <p:sp>
        <p:nvSpPr>
          <p:cNvPr id="15" name="SCM_STATIC_NEUTRAL_ORNAMENT_01"/>
          <p:cNvSpPr/>
          <p:nvPr/>
        </p:nvSpPr>
        <p:spPr>
          <a:xfrm>
            <a:off x="10523220" y="721360"/>
            <a:ext cx="1089025" cy="1120775"/>
          </a:xfrm>
          <a:prstGeom prst="roundRect">
            <a:avLst/>
          </a:prstGeom>
          <a:solidFill>
            <a:srgbClr val="DED8CD"/>
          </a:solidFill>
          <a:ln>
            <a:solidFill>
              <a:srgbClr val="B8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CM_STATIC_NEUTRAL_INSET_01"/>
          <p:cNvSpPr/>
          <p:nvPr/>
        </p:nvSpPr>
        <p:spPr>
          <a:xfrm>
            <a:off x="10795476" y="1001553"/>
            <a:ext cx="544512" cy="560387"/>
          </a:xfrm>
          <a:prstGeom prst="ellipse">
            <a:avLst/>
          </a:prstGeom>
          <a:solidFill>
            <a:srgbClr val="F5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CM_STATIC_NEUTRAL_ORNAMENT_02"/>
          <p:cNvSpPr/>
          <p:nvPr/>
        </p:nvSpPr>
        <p:spPr>
          <a:xfrm>
            <a:off x="10523220" y="2716530"/>
            <a:ext cx="1089025" cy="1191260"/>
          </a:xfrm>
          <a:prstGeom prst="roundRect">
            <a:avLst/>
          </a:prstGeom>
          <a:solidFill>
            <a:srgbClr val="DED8CD"/>
          </a:solidFill>
          <a:ln>
            <a:solidFill>
              <a:srgbClr val="B8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CM_STATIC_NEUTRAL_INSET_02"/>
          <p:cNvSpPr/>
          <p:nvPr/>
        </p:nvSpPr>
        <p:spPr>
          <a:xfrm>
            <a:off x="10795476" y="3014345"/>
            <a:ext cx="544512" cy="595630"/>
          </a:xfrm>
          <a:prstGeom prst="ellipse">
            <a:avLst/>
          </a:prstGeom>
          <a:solidFill>
            <a:srgbClr val="F5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8262</Words>
  <Application>WPS 演示</Application>
  <PresentationFormat>宽屏</PresentationFormat>
  <Paragraphs>503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WPS_1503469390</cp:lastModifiedBy>
  <cp:revision>177</cp:revision>
  <dcterms:created xsi:type="dcterms:W3CDTF">2019-06-19T02:08:00Z</dcterms:created>
  <dcterms:modified xsi:type="dcterms:W3CDTF">2026-09-23T10:38:21Z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7B18AF45E6FA4A7A8462B836FF0DAAA0_13</vt:lpwstr>
  </property>
</Properties>
</file>